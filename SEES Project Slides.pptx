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326" r:id="rId2"/>
    <p:sldId id="329" r:id="rId3"/>
    <p:sldId id="328" r:id="rId4"/>
    <p:sldId id="330" r:id="rId5"/>
    <p:sldId id="331" r:id="rId6"/>
    <p:sldId id="332" r:id="rId7"/>
    <p:sldId id="333" r:id="rId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F"/>
    <a:srgbClr val="FF9900"/>
    <a:srgbClr val="3333CC"/>
    <a:srgbClr val="FF0000"/>
    <a:srgbClr val="FFFFFF"/>
    <a:srgbClr val="33CCFF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9" autoAdjust="0"/>
    <p:restoredTop sz="91054" autoAdjust="0"/>
  </p:normalViewPr>
  <p:slideViewPr>
    <p:cSldViewPr snapToGrid="0">
      <p:cViewPr>
        <p:scale>
          <a:sx n="90" d="100"/>
          <a:sy n="90" d="100"/>
        </p:scale>
        <p:origin x="528" y="-636"/>
      </p:cViewPr>
      <p:guideLst>
        <p:guide orient="horz" pos="49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at Kezlev (Nokia)" userId="a83bd9ac-c40a-470e-8a1f-5b7dcd9f0c19" providerId="ADAL" clId="{01368B9A-622F-4BCC-A181-246E4357B62E}"/>
    <pc:docChg chg="undo custSel addSld delSld modSld">
      <pc:chgData name="Murat Kezlev (Nokia)" userId="a83bd9ac-c40a-470e-8a1f-5b7dcd9f0c19" providerId="ADAL" clId="{01368B9A-622F-4BCC-A181-246E4357B62E}" dt="2026-05-16T22:56:07.029" v="591" actId="20577"/>
      <pc:docMkLst>
        <pc:docMk/>
      </pc:docMkLst>
      <pc:sldChg chg="addSp delSp modSp mod">
        <pc:chgData name="Murat Kezlev (Nokia)" userId="a83bd9ac-c40a-470e-8a1f-5b7dcd9f0c19" providerId="ADAL" clId="{01368B9A-622F-4BCC-A181-246E4357B62E}" dt="2026-05-16T22:19:23.137" v="44" actId="1076"/>
        <pc:sldMkLst>
          <pc:docMk/>
          <pc:sldMk cId="1567841433" sldId="326"/>
        </pc:sldMkLst>
        <pc:spChg chg="mod">
          <ac:chgData name="Murat Kezlev (Nokia)" userId="a83bd9ac-c40a-470e-8a1f-5b7dcd9f0c19" providerId="ADAL" clId="{01368B9A-622F-4BCC-A181-246E4357B62E}" dt="2026-05-16T22:19:15.836" v="43" actId="14100"/>
          <ac:spMkLst>
            <pc:docMk/>
            <pc:sldMk cId="1567841433" sldId="326"/>
            <ac:spMk id="3" creationId="{00000000-0000-0000-0000-000000000000}"/>
          </ac:spMkLst>
        </pc:spChg>
        <pc:spChg chg="mod">
          <ac:chgData name="Murat Kezlev (Nokia)" userId="a83bd9ac-c40a-470e-8a1f-5b7dcd9f0c19" providerId="ADAL" clId="{01368B9A-622F-4BCC-A181-246E4357B62E}" dt="2026-05-16T22:18:53.562" v="36" actId="1076"/>
          <ac:spMkLst>
            <pc:docMk/>
            <pc:sldMk cId="1567841433" sldId="326"/>
            <ac:spMk id="9" creationId="{C95FEE99-03E7-50CE-0342-8E85A5586A98}"/>
          </ac:spMkLst>
        </pc:spChg>
        <pc:spChg chg="del">
          <ac:chgData name="Murat Kezlev (Nokia)" userId="a83bd9ac-c40a-470e-8a1f-5b7dcd9f0c19" providerId="ADAL" clId="{01368B9A-622F-4BCC-A181-246E4357B62E}" dt="2026-05-16T22:09:47.063" v="1" actId="478"/>
          <ac:spMkLst>
            <pc:docMk/>
            <pc:sldMk cId="1567841433" sldId="326"/>
            <ac:spMk id="10" creationId="{51E20A91-A642-2ED5-D16B-C483D674B4D4}"/>
          </ac:spMkLst>
        </pc:spChg>
        <pc:spChg chg="add mod">
          <ac:chgData name="Murat Kezlev (Nokia)" userId="a83bd9ac-c40a-470e-8a1f-5b7dcd9f0c19" providerId="ADAL" clId="{01368B9A-622F-4BCC-A181-246E4357B62E}" dt="2026-05-16T22:19:23.137" v="44" actId="1076"/>
          <ac:spMkLst>
            <pc:docMk/>
            <pc:sldMk cId="1567841433" sldId="326"/>
            <ac:spMk id="12" creationId="{25638EA1-F162-1D0D-2759-C9AC2D87E656}"/>
          </ac:spMkLst>
        </pc:spChg>
        <pc:picChg chg="add mod">
          <ac:chgData name="Murat Kezlev (Nokia)" userId="a83bd9ac-c40a-470e-8a1f-5b7dcd9f0c19" providerId="ADAL" clId="{01368B9A-622F-4BCC-A181-246E4357B62E}" dt="2026-05-16T22:19:06.059" v="40" actId="1076"/>
          <ac:picMkLst>
            <pc:docMk/>
            <pc:sldMk cId="1567841433" sldId="326"/>
            <ac:picMk id="1026" creationId="{F995A76F-BFB8-4F79-57A0-AE1776D9DA95}"/>
          </ac:picMkLst>
        </pc:picChg>
      </pc:sldChg>
      <pc:sldChg chg="del">
        <pc:chgData name="Murat Kezlev (Nokia)" userId="a83bd9ac-c40a-470e-8a1f-5b7dcd9f0c19" providerId="ADAL" clId="{01368B9A-622F-4BCC-A181-246E4357B62E}" dt="2026-05-16T22:38:48.501" v="283" actId="47"/>
        <pc:sldMkLst>
          <pc:docMk/>
          <pc:sldMk cId="350273346" sldId="327"/>
        </pc:sldMkLst>
      </pc:sldChg>
      <pc:sldChg chg="delSp modSp mod">
        <pc:chgData name="Murat Kezlev (Nokia)" userId="a83bd9ac-c40a-470e-8a1f-5b7dcd9f0c19" providerId="ADAL" clId="{01368B9A-622F-4BCC-A181-246E4357B62E}" dt="2026-05-16T22:55:29.709" v="572" actId="20577"/>
        <pc:sldMkLst>
          <pc:docMk/>
          <pc:sldMk cId="1320626058" sldId="328"/>
        </pc:sldMkLst>
        <pc:spChg chg="mod">
          <ac:chgData name="Murat Kezlev (Nokia)" userId="a83bd9ac-c40a-470e-8a1f-5b7dcd9f0c19" providerId="ADAL" clId="{01368B9A-622F-4BCC-A181-246E4357B62E}" dt="2026-05-16T22:55:29.709" v="572" actId="20577"/>
          <ac:spMkLst>
            <pc:docMk/>
            <pc:sldMk cId="1320626058" sldId="328"/>
            <ac:spMk id="3" creationId="{771C101D-A6C9-46E0-CC0A-837B083FA0DE}"/>
          </ac:spMkLst>
        </pc:spChg>
        <pc:spChg chg="del mod">
          <ac:chgData name="Murat Kezlev (Nokia)" userId="a83bd9ac-c40a-470e-8a1f-5b7dcd9f0c19" providerId="ADAL" clId="{01368B9A-622F-4BCC-A181-246E4357B62E}" dt="2026-05-16T22:21:51.021" v="83" actId="478"/>
          <ac:spMkLst>
            <pc:docMk/>
            <pc:sldMk cId="1320626058" sldId="328"/>
            <ac:spMk id="10" creationId="{6F935C9C-AFB9-26CF-19DF-DC3644D433F1}"/>
          </ac:spMkLst>
        </pc:spChg>
      </pc:sldChg>
      <pc:sldChg chg="modSp add mod">
        <pc:chgData name="Murat Kezlev (Nokia)" userId="a83bd9ac-c40a-470e-8a1f-5b7dcd9f0c19" providerId="ADAL" clId="{01368B9A-622F-4BCC-A181-246E4357B62E}" dt="2026-05-16T22:36:44.220" v="279" actId="20577"/>
        <pc:sldMkLst>
          <pc:docMk/>
          <pc:sldMk cId="2433841637" sldId="329"/>
        </pc:sldMkLst>
        <pc:spChg chg="mod">
          <ac:chgData name="Murat Kezlev (Nokia)" userId="a83bd9ac-c40a-470e-8a1f-5b7dcd9f0c19" providerId="ADAL" clId="{01368B9A-622F-4BCC-A181-246E4357B62E}" dt="2026-05-16T22:36:44.220" v="279" actId="20577"/>
          <ac:spMkLst>
            <pc:docMk/>
            <pc:sldMk cId="2433841637" sldId="329"/>
            <ac:spMk id="3" creationId="{44B969D1-74E7-10C3-5272-B6D15FAD8F7C}"/>
          </ac:spMkLst>
        </pc:spChg>
        <pc:spChg chg="mod">
          <ac:chgData name="Murat Kezlev (Nokia)" userId="a83bd9ac-c40a-470e-8a1f-5b7dcd9f0c19" providerId="ADAL" clId="{01368B9A-622F-4BCC-A181-246E4357B62E}" dt="2026-05-16T22:36:27.783" v="262" actId="113"/>
          <ac:spMkLst>
            <pc:docMk/>
            <pc:sldMk cId="2433841637" sldId="329"/>
            <ac:spMk id="10" creationId="{1EC7FA41-811D-786B-34A2-FE4923B6384E}"/>
          </ac:spMkLst>
        </pc:spChg>
      </pc:sldChg>
      <pc:sldChg chg="modSp add mod">
        <pc:chgData name="Murat Kezlev (Nokia)" userId="a83bd9ac-c40a-470e-8a1f-5b7dcd9f0c19" providerId="ADAL" clId="{01368B9A-622F-4BCC-A181-246E4357B62E}" dt="2026-05-16T22:36:12.385" v="258" actId="113"/>
        <pc:sldMkLst>
          <pc:docMk/>
          <pc:sldMk cId="1806895377" sldId="330"/>
        </pc:sldMkLst>
        <pc:spChg chg="mod">
          <ac:chgData name="Murat Kezlev (Nokia)" userId="a83bd9ac-c40a-470e-8a1f-5b7dcd9f0c19" providerId="ADAL" clId="{01368B9A-622F-4BCC-A181-246E4357B62E}" dt="2026-05-16T22:36:12.385" v="258" actId="113"/>
          <ac:spMkLst>
            <pc:docMk/>
            <pc:sldMk cId="1806895377" sldId="330"/>
            <ac:spMk id="3" creationId="{1128B6C0-809C-4F24-9BB4-2034146B25FE}"/>
          </ac:spMkLst>
        </pc:spChg>
      </pc:sldChg>
      <pc:sldChg chg="modSp add mod">
        <pc:chgData name="Murat Kezlev (Nokia)" userId="a83bd9ac-c40a-470e-8a1f-5b7dcd9f0c19" providerId="ADAL" clId="{01368B9A-622F-4BCC-A181-246E4357B62E}" dt="2026-05-16T22:36:07.564" v="257" actId="113"/>
        <pc:sldMkLst>
          <pc:docMk/>
          <pc:sldMk cId="3341678817" sldId="331"/>
        </pc:sldMkLst>
        <pc:spChg chg="mod">
          <ac:chgData name="Murat Kezlev (Nokia)" userId="a83bd9ac-c40a-470e-8a1f-5b7dcd9f0c19" providerId="ADAL" clId="{01368B9A-622F-4BCC-A181-246E4357B62E}" dt="2026-05-16T22:36:07.564" v="257" actId="113"/>
          <ac:spMkLst>
            <pc:docMk/>
            <pc:sldMk cId="3341678817" sldId="331"/>
            <ac:spMk id="3" creationId="{00A30332-A1C4-15FC-CC24-688EE99E396A}"/>
          </ac:spMkLst>
        </pc:spChg>
      </pc:sldChg>
      <pc:sldChg chg="add">
        <pc:chgData name="Murat Kezlev (Nokia)" userId="a83bd9ac-c40a-470e-8a1f-5b7dcd9f0c19" providerId="ADAL" clId="{01368B9A-622F-4BCC-A181-246E4357B62E}" dt="2026-05-16T22:36:57.683" v="280" actId="2890"/>
        <pc:sldMkLst>
          <pc:docMk/>
          <pc:sldMk cId="148791780" sldId="332"/>
        </pc:sldMkLst>
      </pc:sldChg>
      <pc:sldChg chg="modSp add mod">
        <pc:chgData name="Murat Kezlev (Nokia)" userId="a83bd9ac-c40a-470e-8a1f-5b7dcd9f0c19" providerId="ADAL" clId="{01368B9A-622F-4BCC-A181-246E4357B62E}" dt="2026-05-16T22:56:07.029" v="591" actId="20577"/>
        <pc:sldMkLst>
          <pc:docMk/>
          <pc:sldMk cId="3381980452" sldId="333"/>
        </pc:sldMkLst>
        <pc:spChg chg="mod">
          <ac:chgData name="Murat Kezlev (Nokia)" userId="a83bd9ac-c40a-470e-8a1f-5b7dcd9f0c19" providerId="ADAL" clId="{01368B9A-622F-4BCC-A181-246E4357B62E}" dt="2026-05-16T22:56:07.029" v="591" actId="20577"/>
          <ac:spMkLst>
            <pc:docMk/>
            <pc:sldMk cId="3381980452" sldId="333"/>
            <ac:spMk id="3" creationId="{10C8F299-DE87-4CB3-FAE5-DADD6D9189F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alt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7A7E3B2A-7911-44D6-A499-CF1CFBA563B8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73180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9EFF-A721-7129-31F1-9E811587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50E490-31FA-B11A-3C89-98456175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40EC2-6267-54AA-9ED6-AA5418901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2E5F1-6AF2-549B-BD83-1667A5F92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64203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89974-6E55-FBA8-F680-FF663CD06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BC835F-B581-562F-73B9-B26F644C4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F3B34C-C056-A969-DCF0-C5ECA6AB3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60D46-EF73-AE3D-2055-D3BC38B4F1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4020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1D642-6D94-4F68-789F-5F549954F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18FF4A-77EA-5285-9F0E-A5EE255B2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5F3690-B57B-46BB-2CD8-6B4F06933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9140C-DA2C-B0DE-A3E6-C63E2110DD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62724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4ED51-F808-69B6-DFE9-57DB7CD6A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DDA57-38DE-F253-C0BE-E5B687B6E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83549-E443-08F0-C159-99EF6E95F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C032A-8B48-E049-E494-C6357FAA6C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98617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88E13-FB7D-ED48-6863-800D6672F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4AB51-384E-2640-5B66-76EE4842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542FB-5A87-AF09-C25B-BB4B479B73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B3C65-3874-CAF4-4EC3-13AF52C1D1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33969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FB1F4-CFA2-C919-7AAA-6990CFA38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832BC-28D8-B8E6-9D2C-786EC5009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C73D62-9D65-26B4-9586-C47C98430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DBCE4-81E4-2FCB-9D5D-60A6A4D2F9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7E3B2A-7911-44D6-A499-CF1CFBA563B8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33317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scherm met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jdelijke aanduiding voor afbeelding 2"/>
          <p:cNvSpPr>
            <a:spLocks noGrp="1"/>
          </p:cNvSpPr>
          <p:nvPr>
            <p:ph type="pic" idx="12"/>
          </p:nvPr>
        </p:nvSpPr>
        <p:spPr>
          <a:xfrm>
            <a:off x="1" y="0"/>
            <a:ext cx="9150687" cy="685800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050" baseline="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 hasCustomPrompt="1"/>
          </p:nvPr>
        </p:nvSpPr>
        <p:spPr>
          <a:xfrm rot="10800000">
            <a:off x="5078817" y="-46294"/>
            <a:ext cx="4092179" cy="6950587"/>
          </a:xfrm>
          <a:custGeom>
            <a:avLst/>
            <a:gdLst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5456238 w 5456238"/>
              <a:gd name="connsiteY2" fmla="*/ 14160500 h 14160500"/>
              <a:gd name="connsiteX3" fmla="*/ 0 w 5456238"/>
              <a:gd name="connsiteY3" fmla="*/ 14160500 h 14160500"/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2080048 w 5456238"/>
              <a:gd name="connsiteY2" fmla="*/ 5393142 h 14160500"/>
              <a:gd name="connsiteX3" fmla="*/ 5456238 w 5456238"/>
              <a:gd name="connsiteY3" fmla="*/ 14160500 h 14160500"/>
              <a:gd name="connsiteX4" fmla="*/ 0 w 5456238"/>
              <a:gd name="connsiteY4" fmla="*/ 14160500 h 14160500"/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2766438 w 5456238"/>
              <a:gd name="connsiteY2" fmla="*/ 7041122 h 14160500"/>
              <a:gd name="connsiteX3" fmla="*/ 5456238 w 5456238"/>
              <a:gd name="connsiteY3" fmla="*/ 14160500 h 14160500"/>
              <a:gd name="connsiteX4" fmla="*/ 0 w 5456238"/>
              <a:gd name="connsiteY4" fmla="*/ 14160500 h 14160500"/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2800758 w 5456238"/>
              <a:gd name="connsiteY2" fmla="*/ 7144121 h 14160500"/>
              <a:gd name="connsiteX3" fmla="*/ 5456238 w 5456238"/>
              <a:gd name="connsiteY3" fmla="*/ 14160500 h 14160500"/>
              <a:gd name="connsiteX4" fmla="*/ 0 w 5456238"/>
              <a:gd name="connsiteY4" fmla="*/ 14160500 h 14160500"/>
              <a:gd name="connsiteX0" fmla="*/ 0 w 5456238"/>
              <a:gd name="connsiteY0" fmla="*/ 7122252 h 7122252"/>
              <a:gd name="connsiteX1" fmla="*/ 0 w 5456238"/>
              <a:gd name="connsiteY1" fmla="*/ 0 h 7122252"/>
              <a:gd name="connsiteX2" fmla="*/ 2800758 w 5456238"/>
              <a:gd name="connsiteY2" fmla="*/ 105873 h 7122252"/>
              <a:gd name="connsiteX3" fmla="*/ 5456238 w 5456238"/>
              <a:gd name="connsiteY3" fmla="*/ 7122252 h 7122252"/>
              <a:gd name="connsiteX4" fmla="*/ 0 w 5456238"/>
              <a:gd name="connsiteY4" fmla="*/ 7122252 h 7122252"/>
              <a:gd name="connsiteX0" fmla="*/ 0 w 5456238"/>
              <a:gd name="connsiteY0" fmla="*/ 7122252 h 7122252"/>
              <a:gd name="connsiteX1" fmla="*/ 0 w 5456238"/>
              <a:gd name="connsiteY1" fmla="*/ 0 h 7122252"/>
              <a:gd name="connsiteX2" fmla="*/ 2835077 w 5456238"/>
              <a:gd name="connsiteY2" fmla="*/ 174539 h 7122252"/>
              <a:gd name="connsiteX3" fmla="*/ 5456238 w 5456238"/>
              <a:gd name="connsiteY3" fmla="*/ 7122252 h 7122252"/>
              <a:gd name="connsiteX4" fmla="*/ 0 w 5456238"/>
              <a:gd name="connsiteY4" fmla="*/ 7122252 h 7122252"/>
              <a:gd name="connsiteX0" fmla="*/ 0 w 5456238"/>
              <a:gd name="connsiteY0" fmla="*/ 7053586 h 7053586"/>
              <a:gd name="connsiteX1" fmla="*/ 34320 w 5456238"/>
              <a:gd name="connsiteY1" fmla="*/ 0 h 7053586"/>
              <a:gd name="connsiteX2" fmla="*/ 2835077 w 5456238"/>
              <a:gd name="connsiteY2" fmla="*/ 105873 h 7053586"/>
              <a:gd name="connsiteX3" fmla="*/ 5456238 w 5456238"/>
              <a:gd name="connsiteY3" fmla="*/ 7053586 h 7053586"/>
              <a:gd name="connsiteX4" fmla="*/ 0 w 5456238"/>
              <a:gd name="connsiteY4" fmla="*/ 7053586 h 7053586"/>
              <a:gd name="connsiteX0" fmla="*/ 68638 w 5524876"/>
              <a:gd name="connsiteY0" fmla="*/ 7019253 h 7019253"/>
              <a:gd name="connsiteX1" fmla="*/ 0 w 5524876"/>
              <a:gd name="connsiteY1" fmla="*/ 0 h 7019253"/>
              <a:gd name="connsiteX2" fmla="*/ 2903715 w 5524876"/>
              <a:gd name="connsiteY2" fmla="*/ 71540 h 7019253"/>
              <a:gd name="connsiteX3" fmla="*/ 5524876 w 5524876"/>
              <a:gd name="connsiteY3" fmla="*/ 7019253 h 7019253"/>
              <a:gd name="connsiteX4" fmla="*/ 68638 w 5524876"/>
              <a:gd name="connsiteY4" fmla="*/ 7019253 h 7019253"/>
              <a:gd name="connsiteX0" fmla="*/ 0 w 5456238"/>
              <a:gd name="connsiteY0" fmla="*/ 6950587 h 6950587"/>
              <a:gd name="connsiteX1" fmla="*/ 34320 w 5456238"/>
              <a:gd name="connsiteY1" fmla="*/ 0 h 6950587"/>
              <a:gd name="connsiteX2" fmla="*/ 2835077 w 5456238"/>
              <a:gd name="connsiteY2" fmla="*/ 2874 h 6950587"/>
              <a:gd name="connsiteX3" fmla="*/ 5456238 w 5456238"/>
              <a:gd name="connsiteY3" fmla="*/ 6950587 h 6950587"/>
              <a:gd name="connsiteX4" fmla="*/ 0 w 5456238"/>
              <a:gd name="connsiteY4" fmla="*/ 6950587 h 6950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56238" h="6950587">
                <a:moveTo>
                  <a:pt x="0" y="6950587"/>
                </a:moveTo>
                <a:lnTo>
                  <a:pt x="34320" y="0"/>
                </a:lnTo>
                <a:lnTo>
                  <a:pt x="2835077" y="2874"/>
                </a:lnTo>
                <a:lnTo>
                  <a:pt x="5456238" y="6950587"/>
                </a:lnTo>
                <a:lnTo>
                  <a:pt x="0" y="6950587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9" y="2532948"/>
            <a:ext cx="3252878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 van de presentatie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48879" y="2154110"/>
            <a:ext cx="4028816" cy="327200"/>
          </a:xfrm>
        </p:spPr>
        <p:txBody>
          <a:bodyPr tIns="36000" rIns="90000" bIns="0"/>
          <a:lstStyle>
            <a:lvl1pPr>
              <a:defRPr sz="2100" strike="noStrike" baseline="0"/>
            </a:lvl1pPr>
          </a:lstStyle>
          <a:p>
            <a:r>
              <a:rPr lang="nl-NL" dirty="0"/>
              <a:t>titel van de presentatie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548879" y="4123235"/>
            <a:ext cx="1844244" cy="248136"/>
          </a:xfrm>
          <a:solidFill>
            <a:schemeClr val="bg1">
              <a:lumMod val="85000"/>
              <a:alpha val="92000"/>
            </a:schemeClr>
          </a:solidFill>
        </p:spPr>
        <p:txBody>
          <a:bodyPr wrap="none" tIns="36000" bIns="3600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nl-NL" dirty="0"/>
              <a:t>Naam van </a:t>
            </a:r>
            <a:r>
              <a:rPr lang="nl-NL"/>
              <a:t>de spreker</a:t>
            </a:r>
            <a:endParaRPr lang="nl-NL" dirty="0"/>
          </a:p>
        </p:txBody>
      </p:sp>
      <p:sp>
        <p:nvSpPr>
          <p:cNvPr id="10" name="Vrije vorm 10"/>
          <p:cNvSpPr/>
          <p:nvPr/>
        </p:nvSpPr>
        <p:spPr>
          <a:xfrm>
            <a:off x="10886549" y="205186"/>
            <a:ext cx="4092174" cy="14159428"/>
          </a:xfrm>
          <a:custGeom>
            <a:avLst/>
            <a:gdLst>
              <a:gd name="connsiteX0" fmla="*/ 0 w 1935678"/>
              <a:gd name="connsiteY0" fmla="*/ 0 h 5023262"/>
              <a:gd name="connsiteX1" fmla="*/ 1935678 w 1935678"/>
              <a:gd name="connsiteY1" fmla="*/ 0 h 5023262"/>
              <a:gd name="connsiteX2" fmla="*/ 1935678 w 1935678"/>
              <a:gd name="connsiteY2" fmla="*/ 5023262 h 5023262"/>
              <a:gd name="connsiteX3" fmla="*/ 0 w 1935678"/>
              <a:gd name="connsiteY3" fmla="*/ 0 h 502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678" h="5023262">
                <a:moveTo>
                  <a:pt x="0" y="0"/>
                </a:moveTo>
                <a:lnTo>
                  <a:pt x="1935678" y="0"/>
                </a:lnTo>
                <a:lnTo>
                  <a:pt x="1935678" y="5023262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6" hasCustomPrompt="1"/>
          </p:nvPr>
        </p:nvSpPr>
        <p:spPr>
          <a:xfrm rot="10800000">
            <a:off x="6622775" y="-88986"/>
            <a:ext cx="2555027" cy="6993230"/>
          </a:xfrm>
          <a:custGeom>
            <a:avLst/>
            <a:gdLst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5456238 w 5456238"/>
              <a:gd name="connsiteY2" fmla="*/ 14160500 h 14160500"/>
              <a:gd name="connsiteX3" fmla="*/ 0 w 5456238"/>
              <a:gd name="connsiteY3" fmla="*/ 14160500 h 14160500"/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2080048 w 5456238"/>
              <a:gd name="connsiteY2" fmla="*/ 5393142 h 14160500"/>
              <a:gd name="connsiteX3" fmla="*/ 5456238 w 5456238"/>
              <a:gd name="connsiteY3" fmla="*/ 14160500 h 14160500"/>
              <a:gd name="connsiteX4" fmla="*/ 0 w 5456238"/>
              <a:gd name="connsiteY4" fmla="*/ 14160500 h 14160500"/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2766438 w 5456238"/>
              <a:gd name="connsiteY2" fmla="*/ 7041122 h 14160500"/>
              <a:gd name="connsiteX3" fmla="*/ 5456238 w 5456238"/>
              <a:gd name="connsiteY3" fmla="*/ 14160500 h 14160500"/>
              <a:gd name="connsiteX4" fmla="*/ 0 w 5456238"/>
              <a:gd name="connsiteY4" fmla="*/ 14160500 h 14160500"/>
              <a:gd name="connsiteX0" fmla="*/ 0 w 5456238"/>
              <a:gd name="connsiteY0" fmla="*/ 14160500 h 14160500"/>
              <a:gd name="connsiteX1" fmla="*/ 0 w 5456238"/>
              <a:gd name="connsiteY1" fmla="*/ 0 h 14160500"/>
              <a:gd name="connsiteX2" fmla="*/ 2800758 w 5456238"/>
              <a:gd name="connsiteY2" fmla="*/ 7144121 h 14160500"/>
              <a:gd name="connsiteX3" fmla="*/ 5456238 w 5456238"/>
              <a:gd name="connsiteY3" fmla="*/ 14160500 h 14160500"/>
              <a:gd name="connsiteX4" fmla="*/ 0 w 5456238"/>
              <a:gd name="connsiteY4" fmla="*/ 14160500 h 14160500"/>
              <a:gd name="connsiteX0" fmla="*/ 0 w 5456238"/>
              <a:gd name="connsiteY0" fmla="*/ 7122252 h 7122252"/>
              <a:gd name="connsiteX1" fmla="*/ 0 w 5456238"/>
              <a:gd name="connsiteY1" fmla="*/ 0 h 7122252"/>
              <a:gd name="connsiteX2" fmla="*/ 2800758 w 5456238"/>
              <a:gd name="connsiteY2" fmla="*/ 105873 h 7122252"/>
              <a:gd name="connsiteX3" fmla="*/ 5456238 w 5456238"/>
              <a:gd name="connsiteY3" fmla="*/ 7122252 h 7122252"/>
              <a:gd name="connsiteX4" fmla="*/ 0 w 5456238"/>
              <a:gd name="connsiteY4" fmla="*/ 7122252 h 7122252"/>
              <a:gd name="connsiteX0" fmla="*/ 0 w 5456238"/>
              <a:gd name="connsiteY0" fmla="*/ 7122252 h 7122252"/>
              <a:gd name="connsiteX1" fmla="*/ 0 w 5456238"/>
              <a:gd name="connsiteY1" fmla="*/ 0 h 7122252"/>
              <a:gd name="connsiteX2" fmla="*/ 2835077 w 5456238"/>
              <a:gd name="connsiteY2" fmla="*/ 174539 h 7122252"/>
              <a:gd name="connsiteX3" fmla="*/ 5456238 w 5456238"/>
              <a:gd name="connsiteY3" fmla="*/ 7122252 h 7122252"/>
              <a:gd name="connsiteX4" fmla="*/ 0 w 5456238"/>
              <a:gd name="connsiteY4" fmla="*/ 7122252 h 7122252"/>
              <a:gd name="connsiteX0" fmla="*/ 0 w 5456238"/>
              <a:gd name="connsiteY0" fmla="*/ 7053586 h 7053586"/>
              <a:gd name="connsiteX1" fmla="*/ 34320 w 5456238"/>
              <a:gd name="connsiteY1" fmla="*/ 0 h 7053586"/>
              <a:gd name="connsiteX2" fmla="*/ 2835077 w 5456238"/>
              <a:gd name="connsiteY2" fmla="*/ 105873 h 7053586"/>
              <a:gd name="connsiteX3" fmla="*/ 5456238 w 5456238"/>
              <a:gd name="connsiteY3" fmla="*/ 7053586 h 7053586"/>
              <a:gd name="connsiteX4" fmla="*/ 0 w 5456238"/>
              <a:gd name="connsiteY4" fmla="*/ 7053586 h 7053586"/>
              <a:gd name="connsiteX0" fmla="*/ 68638 w 5524876"/>
              <a:gd name="connsiteY0" fmla="*/ 7019253 h 7019253"/>
              <a:gd name="connsiteX1" fmla="*/ 0 w 5524876"/>
              <a:gd name="connsiteY1" fmla="*/ 0 h 7019253"/>
              <a:gd name="connsiteX2" fmla="*/ 2903715 w 5524876"/>
              <a:gd name="connsiteY2" fmla="*/ 71540 h 7019253"/>
              <a:gd name="connsiteX3" fmla="*/ 5524876 w 5524876"/>
              <a:gd name="connsiteY3" fmla="*/ 7019253 h 7019253"/>
              <a:gd name="connsiteX4" fmla="*/ 68638 w 5524876"/>
              <a:gd name="connsiteY4" fmla="*/ 7019253 h 7019253"/>
              <a:gd name="connsiteX0" fmla="*/ 0 w 5456238"/>
              <a:gd name="connsiteY0" fmla="*/ 6950587 h 6950587"/>
              <a:gd name="connsiteX1" fmla="*/ 34320 w 5456238"/>
              <a:gd name="connsiteY1" fmla="*/ 0 h 6950587"/>
              <a:gd name="connsiteX2" fmla="*/ 2835077 w 5456238"/>
              <a:gd name="connsiteY2" fmla="*/ 2874 h 6950587"/>
              <a:gd name="connsiteX3" fmla="*/ 5456238 w 5456238"/>
              <a:gd name="connsiteY3" fmla="*/ 6950587 h 6950587"/>
              <a:gd name="connsiteX4" fmla="*/ 0 w 5456238"/>
              <a:gd name="connsiteY4" fmla="*/ 6950587 h 6950587"/>
              <a:gd name="connsiteX0" fmla="*/ 2048480 w 5421918"/>
              <a:gd name="connsiteY0" fmla="*/ 6975987 h 6975987"/>
              <a:gd name="connsiteX1" fmla="*/ 0 w 5421918"/>
              <a:gd name="connsiteY1" fmla="*/ 0 h 6975987"/>
              <a:gd name="connsiteX2" fmla="*/ 2800757 w 5421918"/>
              <a:gd name="connsiteY2" fmla="*/ 2874 h 6975987"/>
              <a:gd name="connsiteX3" fmla="*/ 5421918 w 5421918"/>
              <a:gd name="connsiteY3" fmla="*/ 6950587 h 6975987"/>
              <a:gd name="connsiteX4" fmla="*/ 2048480 w 5421918"/>
              <a:gd name="connsiteY4" fmla="*/ 6975987 h 6975987"/>
              <a:gd name="connsiteX0" fmla="*/ 92680 w 3466118"/>
              <a:gd name="connsiteY0" fmla="*/ 7026787 h 7026787"/>
              <a:gd name="connsiteX1" fmla="*/ 0 w 3466118"/>
              <a:gd name="connsiteY1" fmla="*/ 0 h 7026787"/>
              <a:gd name="connsiteX2" fmla="*/ 844957 w 3466118"/>
              <a:gd name="connsiteY2" fmla="*/ 53674 h 7026787"/>
              <a:gd name="connsiteX3" fmla="*/ 3466118 w 3466118"/>
              <a:gd name="connsiteY3" fmla="*/ 7001387 h 7026787"/>
              <a:gd name="connsiteX4" fmla="*/ 92680 w 3466118"/>
              <a:gd name="connsiteY4" fmla="*/ 7026787 h 7026787"/>
              <a:gd name="connsiteX0" fmla="*/ 67280 w 3440718"/>
              <a:gd name="connsiteY0" fmla="*/ 6973113 h 6973113"/>
              <a:gd name="connsiteX1" fmla="*/ 0 w 3440718"/>
              <a:gd name="connsiteY1" fmla="*/ 47926 h 6973113"/>
              <a:gd name="connsiteX2" fmla="*/ 819557 w 3440718"/>
              <a:gd name="connsiteY2" fmla="*/ 0 h 6973113"/>
              <a:gd name="connsiteX3" fmla="*/ 3440718 w 3440718"/>
              <a:gd name="connsiteY3" fmla="*/ 6947713 h 6973113"/>
              <a:gd name="connsiteX4" fmla="*/ 67280 w 3440718"/>
              <a:gd name="connsiteY4" fmla="*/ 6973113 h 6973113"/>
              <a:gd name="connsiteX0" fmla="*/ 759956 w 4133394"/>
              <a:gd name="connsiteY0" fmla="*/ 7146810 h 7146810"/>
              <a:gd name="connsiteX1" fmla="*/ 0 w 4133394"/>
              <a:gd name="connsiteY1" fmla="*/ 0 h 7146810"/>
              <a:gd name="connsiteX2" fmla="*/ 692676 w 4133394"/>
              <a:gd name="connsiteY2" fmla="*/ 221623 h 7146810"/>
              <a:gd name="connsiteX3" fmla="*/ 1512233 w 4133394"/>
              <a:gd name="connsiteY3" fmla="*/ 173697 h 7146810"/>
              <a:gd name="connsiteX4" fmla="*/ 4133394 w 4133394"/>
              <a:gd name="connsiteY4" fmla="*/ 7121410 h 7146810"/>
              <a:gd name="connsiteX5" fmla="*/ 759956 w 4133394"/>
              <a:gd name="connsiteY5" fmla="*/ 7146810 h 7146810"/>
              <a:gd name="connsiteX0" fmla="*/ 307545 w 3680983"/>
              <a:gd name="connsiteY0" fmla="*/ 6973113 h 6973113"/>
              <a:gd name="connsiteX1" fmla="*/ 240265 w 3680983"/>
              <a:gd name="connsiteY1" fmla="*/ 47926 h 6973113"/>
              <a:gd name="connsiteX2" fmla="*/ 1059822 w 3680983"/>
              <a:gd name="connsiteY2" fmla="*/ 0 h 6973113"/>
              <a:gd name="connsiteX3" fmla="*/ 3680983 w 3680983"/>
              <a:gd name="connsiteY3" fmla="*/ 6947713 h 6973113"/>
              <a:gd name="connsiteX4" fmla="*/ 307545 w 3680983"/>
              <a:gd name="connsiteY4" fmla="*/ 6973113 h 6973113"/>
              <a:gd name="connsiteX0" fmla="*/ 303537 w 3688314"/>
              <a:gd name="connsiteY0" fmla="*/ 6984454 h 6984454"/>
              <a:gd name="connsiteX1" fmla="*/ 247596 w 3688314"/>
              <a:gd name="connsiteY1" fmla="*/ 47926 h 6984454"/>
              <a:gd name="connsiteX2" fmla="*/ 1067153 w 3688314"/>
              <a:gd name="connsiteY2" fmla="*/ 0 h 6984454"/>
              <a:gd name="connsiteX3" fmla="*/ 3688314 w 3688314"/>
              <a:gd name="connsiteY3" fmla="*/ 6947713 h 6984454"/>
              <a:gd name="connsiteX4" fmla="*/ 303537 w 3688314"/>
              <a:gd name="connsiteY4" fmla="*/ 6984454 h 6984454"/>
              <a:gd name="connsiteX0" fmla="*/ 104578 w 3489355"/>
              <a:gd name="connsiteY0" fmla="*/ 6984454 h 6984454"/>
              <a:gd name="connsiteX1" fmla="*/ 48637 w 3489355"/>
              <a:gd name="connsiteY1" fmla="*/ 47926 h 6984454"/>
              <a:gd name="connsiteX2" fmla="*/ 868194 w 3489355"/>
              <a:gd name="connsiteY2" fmla="*/ 0 h 6984454"/>
              <a:gd name="connsiteX3" fmla="*/ 3489355 w 3489355"/>
              <a:gd name="connsiteY3" fmla="*/ 6947713 h 6984454"/>
              <a:gd name="connsiteX4" fmla="*/ 104578 w 3489355"/>
              <a:gd name="connsiteY4" fmla="*/ 6984454 h 6984454"/>
              <a:gd name="connsiteX0" fmla="*/ 55941 w 3440718"/>
              <a:gd name="connsiteY0" fmla="*/ 6984454 h 6984454"/>
              <a:gd name="connsiteX1" fmla="*/ 0 w 3440718"/>
              <a:gd name="connsiteY1" fmla="*/ 47926 h 6984454"/>
              <a:gd name="connsiteX2" fmla="*/ 819557 w 3440718"/>
              <a:gd name="connsiteY2" fmla="*/ 0 h 6984454"/>
              <a:gd name="connsiteX3" fmla="*/ 3440718 w 3440718"/>
              <a:gd name="connsiteY3" fmla="*/ 6947713 h 6984454"/>
              <a:gd name="connsiteX4" fmla="*/ 55941 w 3440718"/>
              <a:gd name="connsiteY4" fmla="*/ 6984454 h 6984454"/>
              <a:gd name="connsiteX0" fmla="*/ 55941 w 3440718"/>
              <a:gd name="connsiteY0" fmla="*/ 7004570 h 7004570"/>
              <a:gd name="connsiteX1" fmla="*/ 0 w 3440718"/>
              <a:gd name="connsiteY1" fmla="*/ 0 h 7004570"/>
              <a:gd name="connsiteX2" fmla="*/ 819557 w 3440718"/>
              <a:gd name="connsiteY2" fmla="*/ 20116 h 7004570"/>
              <a:gd name="connsiteX3" fmla="*/ 3440718 w 3440718"/>
              <a:gd name="connsiteY3" fmla="*/ 6967829 h 7004570"/>
              <a:gd name="connsiteX4" fmla="*/ 55941 w 3440718"/>
              <a:gd name="connsiteY4" fmla="*/ 7004570 h 7004570"/>
              <a:gd name="connsiteX0" fmla="*/ 21925 w 3406702"/>
              <a:gd name="connsiteY0" fmla="*/ 6984454 h 6984454"/>
              <a:gd name="connsiteX1" fmla="*/ 0 w 3406702"/>
              <a:gd name="connsiteY1" fmla="*/ 36585 h 6984454"/>
              <a:gd name="connsiteX2" fmla="*/ 785541 w 3406702"/>
              <a:gd name="connsiteY2" fmla="*/ 0 h 6984454"/>
              <a:gd name="connsiteX3" fmla="*/ 3406702 w 3406702"/>
              <a:gd name="connsiteY3" fmla="*/ 6947713 h 6984454"/>
              <a:gd name="connsiteX4" fmla="*/ 21925 w 3406702"/>
              <a:gd name="connsiteY4" fmla="*/ 6984454 h 6984454"/>
              <a:gd name="connsiteX0" fmla="*/ 21925 w 3406702"/>
              <a:gd name="connsiteY0" fmla="*/ 7004570 h 7004570"/>
              <a:gd name="connsiteX1" fmla="*/ 0 w 3406702"/>
              <a:gd name="connsiteY1" fmla="*/ 0 h 7004570"/>
              <a:gd name="connsiteX2" fmla="*/ 785541 w 3406702"/>
              <a:gd name="connsiteY2" fmla="*/ 20116 h 7004570"/>
              <a:gd name="connsiteX3" fmla="*/ 3406702 w 3406702"/>
              <a:gd name="connsiteY3" fmla="*/ 6967829 h 7004570"/>
              <a:gd name="connsiteX4" fmla="*/ 21925 w 3406702"/>
              <a:gd name="connsiteY4" fmla="*/ 7004570 h 7004570"/>
              <a:gd name="connsiteX0" fmla="*/ 21925 w 3406702"/>
              <a:gd name="connsiteY0" fmla="*/ 6993230 h 6993230"/>
              <a:gd name="connsiteX1" fmla="*/ 0 w 3406702"/>
              <a:gd name="connsiteY1" fmla="*/ 0 h 6993230"/>
              <a:gd name="connsiteX2" fmla="*/ 785541 w 3406702"/>
              <a:gd name="connsiteY2" fmla="*/ 8776 h 6993230"/>
              <a:gd name="connsiteX3" fmla="*/ 3406702 w 3406702"/>
              <a:gd name="connsiteY3" fmla="*/ 6956489 h 6993230"/>
              <a:gd name="connsiteX4" fmla="*/ 21925 w 3406702"/>
              <a:gd name="connsiteY4" fmla="*/ 6993230 h 699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06702" h="6993230">
                <a:moveTo>
                  <a:pt x="21925" y="6993230"/>
                </a:moveTo>
                <a:cubicBezTo>
                  <a:pt x="14617" y="4677274"/>
                  <a:pt x="7308" y="2315956"/>
                  <a:pt x="0" y="0"/>
                </a:cubicBezTo>
                <a:lnTo>
                  <a:pt x="785541" y="8776"/>
                </a:lnTo>
                <a:lnTo>
                  <a:pt x="3406702" y="6956489"/>
                </a:lnTo>
                <a:lnTo>
                  <a:pt x="21925" y="6993230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7" hasCustomPrompt="1"/>
          </p:nvPr>
        </p:nvSpPr>
        <p:spPr>
          <a:xfrm rot="10800000">
            <a:off x="8256915" y="709339"/>
            <a:ext cx="899101" cy="3112446"/>
          </a:xfrm>
          <a:prstGeom prst="rtTriangle">
            <a:avLst/>
          </a:prstGeom>
          <a:solidFill>
            <a:schemeClr val="accent2"/>
          </a:solidFill>
        </p:spPr>
        <p:txBody>
          <a:bodyPr/>
          <a:lstStyle>
            <a:lvl5pPr marL="933450" indent="0">
              <a:buNone/>
              <a:defRPr baseline="0"/>
            </a:lvl5pPr>
          </a:lstStyle>
          <a:p>
            <a:pPr lvl="4"/>
            <a:r>
              <a:rPr lang="en-US" dirty="0"/>
              <a:t> </a:t>
            </a:r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sz="quarter" idx="14" hasCustomPrompt="1"/>
          </p:nvPr>
        </p:nvSpPr>
        <p:spPr>
          <a:xfrm>
            <a:off x="446441" y="268585"/>
            <a:ext cx="2516400" cy="1184400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8218147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cherm zonder foto - grijze ondertitel">
    <p:bg>
      <p:bgPr>
        <a:gradFill>
          <a:gsLst>
            <a:gs pos="0">
              <a:schemeClr val="bg1">
                <a:tint val="93000"/>
                <a:satMod val="150000"/>
                <a:shade val="98000"/>
                <a:lumMod val="102000"/>
              </a:schemeClr>
            </a:gs>
            <a:gs pos="79000">
              <a:schemeClr val="bg1">
                <a:tint val="98000"/>
                <a:satMod val="130000"/>
                <a:shade val="90000"/>
                <a:lumMod val="12000"/>
                <a:lumOff val="88000"/>
              </a:schemeClr>
            </a:gs>
            <a:gs pos="92000">
              <a:schemeClr val="bg1">
                <a:lumMod val="93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9" y="2532948"/>
            <a:ext cx="3252878" cy="270065"/>
          </a:xfrm>
          <a:solidFill>
            <a:schemeClr val="bg1">
              <a:lumMod val="85000"/>
            </a:schemeClr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 van de presentatie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548879" y="3592298"/>
            <a:ext cx="3102769" cy="374221"/>
          </a:xfrm>
        </p:spPr>
        <p:txBody>
          <a:bodyPr/>
          <a:lstStyle/>
          <a:p>
            <a:pPr lvl="0"/>
            <a:r>
              <a:rPr lang="nl-NL" dirty="0"/>
              <a:t>Naam van </a:t>
            </a:r>
            <a:r>
              <a:rPr lang="nl-NL"/>
              <a:t>de spreker</a:t>
            </a:r>
            <a:endParaRPr lang="nl-NL" dirty="0"/>
          </a:p>
        </p:txBody>
      </p:sp>
      <p:sp>
        <p:nvSpPr>
          <p:cNvPr id="8" name="Titel 3"/>
          <p:cNvSpPr>
            <a:spLocks noGrp="1"/>
          </p:cNvSpPr>
          <p:nvPr>
            <p:ph type="title" hasCustomPrompt="1"/>
          </p:nvPr>
        </p:nvSpPr>
        <p:spPr>
          <a:xfrm>
            <a:off x="548878" y="2154110"/>
            <a:ext cx="4083344" cy="327200"/>
          </a:xfrm>
        </p:spPr>
        <p:txBody>
          <a:bodyPr tIns="36000" bIns="0"/>
          <a:lstStyle>
            <a:lvl1pPr>
              <a:defRPr sz="2100" strike="noStrike" baseline="0"/>
            </a:lvl1pPr>
          </a:lstStyle>
          <a:p>
            <a:r>
              <a:rPr lang="nl-NL" dirty="0"/>
              <a:t>titel van de presentatie</a:t>
            </a:r>
          </a:p>
        </p:txBody>
      </p:sp>
      <p:sp>
        <p:nvSpPr>
          <p:cNvPr id="13" name="Vrije vorm 12"/>
          <p:cNvSpPr/>
          <p:nvPr/>
        </p:nvSpPr>
        <p:spPr>
          <a:xfrm>
            <a:off x="8901972" y="698404"/>
            <a:ext cx="242028" cy="828480"/>
          </a:xfrm>
          <a:custGeom>
            <a:avLst/>
            <a:gdLst>
              <a:gd name="connsiteX0" fmla="*/ 0 w 1960775"/>
              <a:gd name="connsiteY0" fmla="*/ 0 h 5033913"/>
              <a:gd name="connsiteX1" fmla="*/ 0 w 1960775"/>
              <a:gd name="connsiteY1" fmla="*/ 0 h 5033913"/>
              <a:gd name="connsiteX2" fmla="*/ 1960775 w 1960775"/>
              <a:gd name="connsiteY2" fmla="*/ 0 h 5033913"/>
              <a:gd name="connsiteX3" fmla="*/ 1960775 w 1960775"/>
              <a:gd name="connsiteY3" fmla="*/ 5033913 h 5033913"/>
              <a:gd name="connsiteX4" fmla="*/ 0 w 1960775"/>
              <a:gd name="connsiteY4" fmla="*/ 0 h 503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0775" h="5033913">
                <a:moveTo>
                  <a:pt x="0" y="0"/>
                </a:moveTo>
                <a:lnTo>
                  <a:pt x="0" y="0"/>
                </a:lnTo>
                <a:lnTo>
                  <a:pt x="1960775" y="0"/>
                </a:lnTo>
                <a:lnTo>
                  <a:pt x="1960775" y="5033913"/>
                </a:lnTo>
                <a:lnTo>
                  <a:pt x="0" y="0"/>
                </a:lnTo>
                <a:close/>
              </a:path>
            </a:pathLst>
          </a:cu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</p:spTree>
    <p:extLst>
      <p:ext uri="{BB962C8B-B14F-4D97-AF65-F5344CB8AC3E}">
        <p14:creationId xmlns:p14="http://schemas.microsoft.com/office/powerpoint/2010/main" val="139656211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scherm zonder foto - zwarte ondertitel">
    <p:bg>
      <p:bgPr>
        <a:gradFill>
          <a:gsLst>
            <a:gs pos="0">
              <a:schemeClr val="bg1">
                <a:tint val="93000"/>
                <a:satMod val="150000"/>
                <a:shade val="98000"/>
                <a:lumMod val="102000"/>
              </a:schemeClr>
            </a:gs>
            <a:gs pos="79000">
              <a:schemeClr val="bg1">
                <a:tint val="98000"/>
                <a:satMod val="130000"/>
                <a:shade val="90000"/>
                <a:lumMod val="12000"/>
                <a:lumOff val="88000"/>
              </a:schemeClr>
            </a:gs>
            <a:gs pos="92000">
              <a:schemeClr val="bg1">
                <a:lumMod val="93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9" y="2532948"/>
            <a:ext cx="3252878" cy="270065"/>
          </a:xfrm>
          <a:solidFill>
            <a:schemeClr val="tx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 van de presentatie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48878" y="2154110"/>
            <a:ext cx="4083344" cy="327200"/>
          </a:xfrm>
        </p:spPr>
        <p:txBody>
          <a:bodyPr tIns="36000" bIns="0"/>
          <a:lstStyle>
            <a:lvl1pPr>
              <a:defRPr sz="2100" strike="noStrike" baseline="0"/>
            </a:lvl1pPr>
          </a:lstStyle>
          <a:p>
            <a:r>
              <a:rPr lang="nl-NL" dirty="0"/>
              <a:t>titel van de presentatie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548879" y="3592298"/>
            <a:ext cx="3102769" cy="374221"/>
          </a:xfrm>
        </p:spPr>
        <p:txBody>
          <a:bodyPr/>
          <a:lstStyle/>
          <a:p>
            <a:pPr lvl="0"/>
            <a:r>
              <a:rPr lang="nl-NL" dirty="0"/>
              <a:t>Naam van </a:t>
            </a:r>
            <a:r>
              <a:rPr lang="nl-NL"/>
              <a:t>de spreker</a:t>
            </a:r>
            <a:endParaRPr lang="nl-NL" dirty="0"/>
          </a:p>
        </p:txBody>
      </p:sp>
      <p:sp>
        <p:nvSpPr>
          <p:cNvPr id="10" name="Vrije vorm 9"/>
          <p:cNvSpPr/>
          <p:nvPr/>
        </p:nvSpPr>
        <p:spPr>
          <a:xfrm>
            <a:off x="8901972" y="698404"/>
            <a:ext cx="242028" cy="828480"/>
          </a:xfrm>
          <a:custGeom>
            <a:avLst/>
            <a:gdLst>
              <a:gd name="connsiteX0" fmla="*/ 0 w 1960775"/>
              <a:gd name="connsiteY0" fmla="*/ 0 h 5033913"/>
              <a:gd name="connsiteX1" fmla="*/ 0 w 1960775"/>
              <a:gd name="connsiteY1" fmla="*/ 0 h 5033913"/>
              <a:gd name="connsiteX2" fmla="*/ 1960775 w 1960775"/>
              <a:gd name="connsiteY2" fmla="*/ 0 h 5033913"/>
              <a:gd name="connsiteX3" fmla="*/ 1960775 w 1960775"/>
              <a:gd name="connsiteY3" fmla="*/ 5033913 h 5033913"/>
              <a:gd name="connsiteX4" fmla="*/ 0 w 1960775"/>
              <a:gd name="connsiteY4" fmla="*/ 0 h 5033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60775" h="5033913">
                <a:moveTo>
                  <a:pt x="0" y="0"/>
                </a:moveTo>
                <a:lnTo>
                  <a:pt x="0" y="0"/>
                </a:lnTo>
                <a:lnTo>
                  <a:pt x="1960775" y="0"/>
                </a:lnTo>
                <a:lnTo>
                  <a:pt x="1960775" y="5033913"/>
                </a:lnTo>
                <a:lnTo>
                  <a:pt x="0" y="0"/>
                </a:lnTo>
                <a:close/>
              </a:path>
            </a:pathLst>
          </a:custGeom>
          <a:solidFill>
            <a:srgbClr val="FF6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</p:spTree>
    <p:extLst>
      <p:ext uri="{BB962C8B-B14F-4D97-AF65-F5344CB8AC3E}">
        <p14:creationId xmlns:p14="http://schemas.microsoft.com/office/powerpoint/2010/main" val="317522966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scherm zonder foto - grijze ondertitel - groot logo">
    <p:bg>
      <p:bgPr>
        <a:gradFill>
          <a:gsLst>
            <a:gs pos="0">
              <a:schemeClr val="bg1">
                <a:tint val="93000"/>
                <a:satMod val="150000"/>
                <a:shade val="98000"/>
                <a:lumMod val="102000"/>
              </a:schemeClr>
            </a:gs>
            <a:gs pos="79000">
              <a:schemeClr val="bg1">
                <a:tint val="98000"/>
                <a:satMod val="130000"/>
                <a:shade val="90000"/>
                <a:lumMod val="12000"/>
                <a:lumOff val="88000"/>
              </a:schemeClr>
            </a:gs>
            <a:gs pos="92000">
              <a:schemeClr val="bg1">
                <a:lumMod val="93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9" y="3664307"/>
            <a:ext cx="3252878" cy="270065"/>
          </a:xfrm>
          <a:solidFill>
            <a:schemeClr val="bg1">
              <a:lumMod val="85000"/>
            </a:schemeClr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 van de presentatie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548879" y="4723657"/>
            <a:ext cx="3102769" cy="374221"/>
          </a:xfrm>
        </p:spPr>
        <p:txBody>
          <a:bodyPr/>
          <a:lstStyle/>
          <a:p>
            <a:pPr lvl="0"/>
            <a:r>
              <a:rPr lang="nl-NL" dirty="0"/>
              <a:t>Naam van </a:t>
            </a:r>
            <a:r>
              <a:rPr lang="nl-NL"/>
              <a:t>de spreker</a:t>
            </a:r>
            <a:endParaRPr lang="nl-NL" dirty="0"/>
          </a:p>
        </p:txBody>
      </p:sp>
      <p:sp>
        <p:nvSpPr>
          <p:cNvPr id="8" name="Titel 3"/>
          <p:cNvSpPr>
            <a:spLocks noGrp="1"/>
          </p:cNvSpPr>
          <p:nvPr>
            <p:ph type="title" hasCustomPrompt="1"/>
          </p:nvPr>
        </p:nvSpPr>
        <p:spPr>
          <a:xfrm>
            <a:off x="548878" y="3285469"/>
            <a:ext cx="4083344" cy="327200"/>
          </a:xfrm>
        </p:spPr>
        <p:txBody>
          <a:bodyPr tIns="36000" bIns="0"/>
          <a:lstStyle>
            <a:lvl1pPr>
              <a:defRPr sz="2100" strike="noStrike" baseline="0"/>
            </a:lvl1pPr>
          </a:lstStyle>
          <a:p>
            <a:r>
              <a:rPr lang="nl-NL" dirty="0"/>
              <a:t>titel van de presentatie</a:t>
            </a:r>
          </a:p>
        </p:txBody>
      </p:sp>
      <p:sp>
        <p:nvSpPr>
          <p:cNvPr id="14" name="Vrije vorm 13"/>
          <p:cNvSpPr/>
          <p:nvPr/>
        </p:nvSpPr>
        <p:spPr>
          <a:xfrm>
            <a:off x="8244383" y="709339"/>
            <a:ext cx="899592" cy="3112700"/>
          </a:xfrm>
          <a:custGeom>
            <a:avLst/>
            <a:gdLst>
              <a:gd name="connsiteX0" fmla="*/ 0 w 1935678"/>
              <a:gd name="connsiteY0" fmla="*/ 0 h 5023262"/>
              <a:gd name="connsiteX1" fmla="*/ 1935678 w 1935678"/>
              <a:gd name="connsiteY1" fmla="*/ 0 h 5023262"/>
              <a:gd name="connsiteX2" fmla="*/ 1935678 w 1935678"/>
              <a:gd name="connsiteY2" fmla="*/ 5023262 h 5023262"/>
              <a:gd name="connsiteX3" fmla="*/ 0 w 1935678"/>
              <a:gd name="connsiteY3" fmla="*/ 0 h 502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678" h="5023262">
                <a:moveTo>
                  <a:pt x="0" y="0"/>
                </a:moveTo>
                <a:lnTo>
                  <a:pt x="1935678" y="0"/>
                </a:lnTo>
                <a:lnTo>
                  <a:pt x="1935678" y="502326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  <p:sp>
        <p:nvSpPr>
          <p:cNvPr id="10" name="Tijdelijke aanduiding voor tekst 16"/>
          <p:cNvSpPr>
            <a:spLocks noGrp="1"/>
          </p:cNvSpPr>
          <p:nvPr>
            <p:ph type="body" sz="quarter" idx="14" hasCustomPrompt="1"/>
          </p:nvPr>
        </p:nvSpPr>
        <p:spPr>
          <a:xfrm>
            <a:off x="446441" y="268585"/>
            <a:ext cx="2516400" cy="1184400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4207092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scherm zonder foto - zwarte ondertitel - groot logo">
    <p:bg>
      <p:bgPr>
        <a:gradFill>
          <a:gsLst>
            <a:gs pos="0">
              <a:schemeClr val="bg1">
                <a:tint val="93000"/>
                <a:satMod val="150000"/>
                <a:shade val="98000"/>
                <a:lumMod val="102000"/>
              </a:schemeClr>
            </a:gs>
            <a:gs pos="79000">
              <a:schemeClr val="bg1">
                <a:tint val="98000"/>
                <a:satMod val="130000"/>
                <a:shade val="90000"/>
                <a:lumMod val="12000"/>
                <a:lumOff val="88000"/>
              </a:schemeClr>
            </a:gs>
            <a:gs pos="92000">
              <a:schemeClr val="bg1">
                <a:lumMod val="93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9" y="3664307"/>
            <a:ext cx="3252878" cy="270065"/>
          </a:xfrm>
          <a:solidFill>
            <a:schemeClr val="tx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 van de presentatie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548879" y="4723657"/>
            <a:ext cx="3102769" cy="374221"/>
          </a:xfrm>
        </p:spPr>
        <p:txBody>
          <a:bodyPr/>
          <a:lstStyle/>
          <a:p>
            <a:pPr lvl="0"/>
            <a:r>
              <a:rPr lang="nl-NL" dirty="0"/>
              <a:t>Naam van </a:t>
            </a:r>
            <a:r>
              <a:rPr lang="nl-NL"/>
              <a:t>de spreker</a:t>
            </a:r>
            <a:endParaRPr lang="nl-NL" dirty="0"/>
          </a:p>
        </p:txBody>
      </p:sp>
      <p:sp>
        <p:nvSpPr>
          <p:cNvPr id="8" name="Titel 3"/>
          <p:cNvSpPr>
            <a:spLocks noGrp="1"/>
          </p:cNvSpPr>
          <p:nvPr>
            <p:ph type="title" hasCustomPrompt="1"/>
          </p:nvPr>
        </p:nvSpPr>
        <p:spPr>
          <a:xfrm>
            <a:off x="548878" y="3285469"/>
            <a:ext cx="4083344" cy="327200"/>
          </a:xfrm>
        </p:spPr>
        <p:txBody>
          <a:bodyPr tIns="36000" bIns="0"/>
          <a:lstStyle>
            <a:lvl1pPr>
              <a:defRPr sz="2100" strike="noStrike" baseline="0"/>
            </a:lvl1pPr>
          </a:lstStyle>
          <a:p>
            <a:r>
              <a:rPr lang="nl-NL" dirty="0"/>
              <a:t>titel van de presentatie</a:t>
            </a:r>
          </a:p>
        </p:txBody>
      </p:sp>
      <p:sp>
        <p:nvSpPr>
          <p:cNvPr id="11" name="Vrije vorm 10"/>
          <p:cNvSpPr/>
          <p:nvPr/>
        </p:nvSpPr>
        <p:spPr>
          <a:xfrm>
            <a:off x="8244383" y="709339"/>
            <a:ext cx="899592" cy="3112700"/>
          </a:xfrm>
          <a:custGeom>
            <a:avLst/>
            <a:gdLst>
              <a:gd name="connsiteX0" fmla="*/ 0 w 1935678"/>
              <a:gd name="connsiteY0" fmla="*/ 0 h 5023262"/>
              <a:gd name="connsiteX1" fmla="*/ 1935678 w 1935678"/>
              <a:gd name="connsiteY1" fmla="*/ 0 h 5023262"/>
              <a:gd name="connsiteX2" fmla="*/ 1935678 w 1935678"/>
              <a:gd name="connsiteY2" fmla="*/ 5023262 h 5023262"/>
              <a:gd name="connsiteX3" fmla="*/ 0 w 1935678"/>
              <a:gd name="connsiteY3" fmla="*/ 0 h 502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678" h="5023262">
                <a:moveTo>
                  <a:pt x="0" y="0"/>
                </a:moveTo>
                <a:lnTo>
                  <a:pt x="1935678" y="0"/>
                </a:lnTo>
                <a:lnTo>
                  <a:pt x="1935678" y="502326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  <p:sp>
        <p:nvSpPr>
          <p:cNvPr id="10" name="Tijdelijke aanduiding voor tekst 16"/>
          <p:cNvSpPr>
            <a:spLocks noGrp="1"/>
          </p:cNvSpPr>
          <p:nvPr>
            <p:ph type="body" sz="quarter" idx="14" hasCustomPrompt="1"/>
          </p:nvPr>
        </p:nvSpPr>
        <p:spPr>
          <a:xfrm>
            <a:off x="446441" y="268585"/>
            <a:ext cx="2516400" cy="1184400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26668953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ofdstukscherm - grijze ondertitel -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jdelijke aanduiding voor afbeelding 2"/>
          <p:cNvSpPr>
            <a:spLocks noGrp="1"/>
          </p:cNvSpPr>
          <p:nvPr>
            <p:ph type="pic" idx="12"/>
          </p:nvPr>
        </p:nvSpPr>
        <p:spPr>
          <a:xfrm>
            <a:off x="-3220" y="1"/>
            <a:ext cx="9147220" cy="5984875"/>
          </a:xfrm>
        </p:spPr>
        <p:txBody>
          <a:bodyPr lIns="2880000" tIns="756000" rIns="2880000" anchor="t" anchorCtr="0">
            <a:normAutofit/>
          </a:bodyPr>
          <a:lstStyle>
            <a:lvl1pPr marL="0" indent="0" algn="ctr">
              <a:buNone/>
              <a:defRPr sz="12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11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2951386"/>
            <a:ext cx="1280863" cy="270065"/>
          </a:xfrm>
          <a:solidFill>
            <a:schemeClr val="bg1">
              <a:lumMod val="85000"/>
            </a:schemeClr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  <p:sp>
        <p:nvSpPr>
          <p:cNvPr id="12" name="Titel 3"/>
          <p:cNvSpPr>
            <a:spLocks noGrp="1"/>
          </p:cNvSpPr>
          <p:nvPr>
            <p:ph type="title" hasCustomPrompt="1"/>
          </p:nvPr>
        </p:nvSpPr>
        <p:spPr>
          <a:xfrm>
            <a:off x="548879" y="2572548"/>
            <a:ext cx="2830757" cy="327200"/>
          </a:xfrm>
        </p:spPr>
        <p:txBody>
          <a:bodyPr tIns="36000" bIns="0"/>
          <a:lstStyle>
            <a:lvl1pPr>
              <a:defRPr sz="2100" strike="noStrike" baseline="0"/>
            </a:lvl1pPr>
          </a:lstStyle>
          <a:p>
            <a:r>
              <a:rPr lang="nl-NL" dirty="0" err="1"/>
              <a:t>HoofdStuk</a:t>
            </a:r>
            <a:r>
              <a:rPr lang="nl-NL" dirty="0"/>
              <a:t> Titel</a:t>
            </a:r>
          </a:p>
        </p:txBody>
      </p:sp>
    </p:spTree>
    <p:extLst>
      <p:ext uri="{BB962C8B-B14F-4D97-AF65-F5344CB8AC3E}">
        <p14:creationId xmlns:p14="http://schemas.microsoft.com/office/powerpoint/2010/main" val="295039203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ofdstukscherm - zwarte ondertitel -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jdelijke aanduiding voor afbeelding 2"/>
          <p:cNvSpPr>
            <a:spLocks noGrp="1"/>
          </p:cNvSpPr>
          <p:nvPr>
            <p:ph type="pic" idx="12"/>
          </p:nvPr>
        </p:nvSpPr>
        <p:spPr>
          <a:xfrm>
            <a:off x="-3220" y="1"/>
            <a:ext cx="9147221" cy="5984875"/>
          </a:xfrm>
        </p:spPr>
        <p:txBody>
          <a:bodyPr lIns="2880000" tIns="756000" rIns="2880000" anchor="t" anchorCtr="0">
            <a:normAutofit/>
          </a:bodyPr>
          <a:lstStyle>
            <a:lvl1pPr marL="0" indent="0" algn="ctr">
              <a:buNone/>
              <a:defRPr sz="12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11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2951386"/>
            <a:ext cx="1280863" cy="270065"/>
          </a:xfrm>
          <a:solidFill>
            <a:schemeClr val="tx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  <p:sp>
        <p:nvSpPr>
          <p:cNvPr id="12" name="Titel 3"/>
          <p:cNvSpPr>
            <a:spLocks noGrp="1"/>
          </p:cNvSpPr>
          <p:nvPr>
            <p:ph type="title" hasCustomPrompt="1"/>
          </p:nvPr>
        </p:nvSpPr>
        <p:spPr>
          <a:xfrm>
            <a:off x="548879" y="2572548"/>
            <a:ext cx="2830757" cy="327200"/>
          </a:xfrm>
        </p:spPr>
        <p:txBody>
          <a:bodyPr tIns="36000" bIns="0"/>
          <a:lstStyle>
            <a:lvl1pPr>
              <a:defRPr sz="2100" strike="noStrike" baseline="0"/>
            </a:lvl1pPr>
          </a:lstStyle>
          <a:p>
            <a:r>
              <a:rPr lang="nl-NL" dirty="0" err="1"/>
              <a:t>HoofdStuk</a:t>
            </a:r>
            <a:r>
              <a:rPr lang="nl-NL" dirty="0"/>
              <a:t> Titel</a:t>
            </a:r>
          </a:p>
        </p:txBody>
      </p:sp>
    </p:spTree>
    <p:extLst>
      <p:ext uri="{BB962C8B-B14F-4D97-AF65-F5344CB8AC3E}">
        <p14:creationId xmlns:p14="http://schemas.microsoft.com/office/powerpoint/2010/main" val="1048027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11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476097" y="1104151"/>
            <a:ext cx="1332310" cy="270065"/>
          </a:xfrm>
          <a:solidFill>
            <a:schemeClr val="accent1"/>
          </a:solidFill>
        </p:spPr>
        <p:txBody>
          <a:bodyPr wrap="squar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6" y="1592624"/>
            <a:ext cx="8039254" cy="38646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itel 3"/>
          <p:cNvSpPr>
            <a:spLocks noGrp="1"/>
          </p:cNvSpPr>
          <p:nvPr>
            <p:ph type="title"/>
          </p:nvPr>
        </p:nvSpPr>
        <p:spPr>
          <a:xfrm>
            <a:off x="476097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20742359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tekst -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6" y="1592624"/>
            <a:ext cx="8039254" cy="3864616"/>
          </a:xfrm>
        </p:spPr>
        <p:txBody>
          <a:bodyPr numCol="2" spcCol="126000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itel 3"/>
          <p:cNvSpPr>
            <a:spLocks noGrp="1"/>
          </p:cNvSpPr>
          <p:nvPr>
            <p:ph type="title"/>
          </p:nvPr>
        </p:nvSpPr>
        <p:spPr>
          <a:xfrm>
            <a:off x="476096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476095" y="1104151"/>
            <a:ext cx="1332311" cy="270065"/>
          </a:xfrm>
          <a:solidFill>
            <a:schemeClr val="accent1"/>
          </a:solidFill>
        </p:spPr>
        <p:txBody>
          <a:bodyPr wrap="squar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277754782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, tekst en één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6" y="1990141"/>
            <a:ext cx="4674128" cy="336484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sz="quarter" idx="14"/>
          </p:nvPr>
        </p:nvSpPr>
        <p:spPr>
          <a:xfrm>
            <a:off x="5553636" y="683763"/>
            <a:ext cx="3095065" cy="4671220"/>
          </a:xfrm>
        </p:spPr>
        <p:txBody>
          <a:bodyPr tIns="144000"/>
          <a:lstStyle>
            <a:lvl1pPr algn="ctr">
              <a:defRPr sz="900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4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141999828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, tekst en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6" y="1990141"/>
            <a:ext cx="4674128" cy="336484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sz="quarter" idx="14"/>
          </p:nvPr>
        </p:nvSpPr>
        <p:spPr>
          <a:xfrm>
            <a:off x="5553636" y="683764"/>
            <a:ext cx="3133165" cy="2241177"/>
          </a:xfrm>
        </p:spPr>
        <p:txBody>
          <a:bodyPr tIns="144000"/>
          <a:lstStyle>
            <a:lvl1pPr algn="ctr">
              <a:defRPr sz="900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Tijdelijke aanduiding voor afbeelding 2"/>
          <p:cNvSpPr>
            <a:spLocks noGrp="1"/>
          </p:cNvSpPr>
          <p:nvPr>
            <p:ph type="pic" sz="quarter" idx="15"/>
          </p:nvPr>
        </p:nvSpPr>
        <p:spPr>
          <a:xfrm>
            <a:off x="5553635" y="3113807"/>
            <a:ext cx="3133165" cy="2241177"/>
          </a:xfrm>
        </p:spPr>
        <p:txBody>
          <a:bodyPr tIns="144000"/>
          <a:lstStyle>
            <a:lvl1pPr algn="ctr">
              <a:defRPr sz="900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Titel 3"/>
          <p:cNvSpPr>
            <a:spLocks noGrp="1"/>
          </p:cNvSpPr>
          <p:nvPr>
            <p:ph type="title"/>
          </p:nvPr>
        </p:nvSpPr>
        <p:spPr>
          <a:xfrm>
            <a:off x="548879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5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1993126624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tekst - drieho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7" y="1230630"/>
            <a:ext cx="7655966" cy="454837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5" name="Text Placeholder 20"/>
          <p:cNvSpPr>
            <a:spLocks noGrp="1"/>
          </p:cNvSpPr>
          <p:nvPr>
            <p:ph type="body" sz="quarter" idx="17" hasCustomPrompt="1"/>
          </p:nvPr>
        </p:nvSpPr>
        <p:spPr>
          <a:xfrm rot="10800000">
            <a:off x="7976094" y="491428"/>
            <a:ext cx="1170268" cy="5757797"/>
          </a:xfrm>
          <a:prstGeom prst="rtTriangle">
            <a:avLst/>
          </a:prstGeom>
          <a:solidFill>
            <a:schemeClr val="accent2"/>
          </a:solidFill>
        </p:spPr>
        <p:txBody>
          <a:bodyPr/>
          <a:lstStyle>
            <a:lvl5pPr marL="933450" indent="0">
              <a:buNone/>
              <a:defRPr baseline="0"/>
            </a:lvl5pPr>
          </a:lstStyle>
          <a:p>
            <a:pPr lvl="4"/>
            <a:r>
              <a:rPr lang="en-US" dirty="0"/>
              <a:t> </a:t>
            </a:r>
          </a:p>
        </p:txBody>
      </p:sp>
      <p:sp>
        <p:nvSpPr>
          <p:cNvPr id="16" name="Titel 3"/>
          <p:cNvSpPr>
            <a:spLocks noGrp="1"/>
          </p:cNvSpPr>
          <p:nvPr>
            <p:ph type="title"/>
          </p:nvPr>
        </p:nvSpPr>
        <p:spPr>
          <a:xfrm>
            <a:off x="476097" y="491429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7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476097" y="807943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481361587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achtergron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jdelijke aanduiding voor afbeelding 2"/>
          <p:cNvSpPr>
            <a:spLocks noGrp="1"/>
          </p:cNvSpPr>
          <p:nvPr>
            <p:ph type="pic" idx="12"/>
          </p:nvPr>
        </p:nvSpPr>
        <p:spPr>
          <a:xfrm>
            <a:off x="-3220" y="1"/>
            <a:ext cx="9147221" cy="5984875"/>
          </a:xfrm>
        </p:spPr>
        <p:txBody>
          <a:bodyPr lIns="2880000" tIns="1475999" rIns="2880000" anchor="t" anchorCtr="0">
            <a:normAutofit/>
          </a:bodyPr>
          <a:lstStyle>
            <a:lvl1pPr marL="0" indent="0" algn="ctr">
              <a:buNone/>
              <a:defRPr sz="12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7" y="1990140"/>
            <a:ext cx="2664619" cy="3467100"/>
          </a:xfrm>
        </p:spPr>
        <p:txBody>
          <a:bodyPr/>
          <a:lstStyle>
            <a:lvl1pPr>
              <a:buClr>
                <a:schemeClr val="bg1"/>
              </a:buClr>
              <a:defRPr sz="105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9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9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90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4" name="Text Placeholder 20"/>
          <p:cNvSpPr>
            <a:spLocks noGrp="1"/>
          </p:cNvSpPr>
          <p:nvPr>
            <p:ph type="body" sz="quarter" idx="17" hasCustomPrompt="1"/>
          </p:nvPr>
        </p:nvSpPr>
        <p:spPr>
          <a:xfrm rot="10800000">
            <a:off x="7976094" y="2198072"/>
            <a:ext cx="1170268" cy="4051154"/>
          </a:xfrm>
          <a:prstGeom prst="rtTriangle">
            <a:avLst/>
          </a:prstGeom>
          <a:solidFill>
            <a:schemeClr val="accent2"/>
          </a:solidFill>
        </p:spPr>
        <p:txBody>
          <a:bodyPr/>
          <a:lstStyle>
            <a:lvl5pPr marL="933450" indent="0">
              <a:buNone/>
              <a:defRPr baseline="0"/>
            </a:lvl5pPr>
          </a:lstStyle>
          <a:p>
            <a:pPr lvl="4"/>
            <a:r>
              <a:rPr lang="en-US" dirty="0"/>
              <a:t> </a:t>
            </a:r>
          </a:p>
        </p:txBody>
      </p:sp>
      <p:sp>
        <p:nvSpPr>
          <p:cNvPr id="16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7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99875329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76096" y="1990141"/>
            <a:ext cx="3278940" cy="336484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ijdelijke aanduiding voor grafiek 4"/>
          <p:cNvSpPr>
            <a:spLocks noGrp="1"/>
          </p:cNvSpPr>
          <p:nvPr>
            <p:ph type="chart" sz="quarter" idx="14"/>
          </p:nvPr>
        </p:nvSpPr>
        <p:spPr>
          <a:xfrm>
            <a:off x="4227226" y="1990726"/>
            <a:ext cx="4288124" cy="336391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3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4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007092587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3" name="Tijdelijke aanduiding voor tabel 2"/>
          <p:cNvSpPr>
            <a:spLocks noGrp="1"/>
          </p:cNvSpPr>
          <p:nvPr>
            <p:ph type="tbl" sz="quarter" idx="15"/>
          </p:nvPr>
        </p:nvSpPr>
        <p:spPr>
          <a:xfrm>
            <a:off x="548880" y="1843089"/>
            <a:ext cx="6309121" cy="368828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  <p:sp>
        <p:nvSpPr>
          <p:cNvPr id="10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3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426703736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 - 3 topics 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1017978" y="2169434"/>
            <a:ext cx="2199869" cy="2814942"/>
          </a:xfrm>
          <a:ln w="44450">
            <a:solidFill>
              <a:schemeClr val="accent1"/>
            </a:solidFill>
          </a:ln>
        </p:spPr>
        <p:txBody>
          <a:bodyPr lIns="180000" tIns="108000" rIns="180000" bIns="108000" anchor="ctr"/>
          <a:lstStyle>
            <a:lvl1pPr algn="ctr">
              <a:defRPr sz="1350">
                <a:solidFill>
                  <a:schemeClr val="accent1"/>
                </a:solidFill>
              </a:defRPr>
            </a:lvl1pPr>
            <a:lvl2pPr marL="13097" indent="0" algn="ctr">
              <a:buNone/>
              <a:tabLst/>
              <a:defRPr>
                <a:solidFill>
                  <a:schemeClr val="accent1"/>
                </a:solidFill>
              </a:defRPr>
            </a:lvl2pPr>
            <a:lvl3pPr marL="13097" indent="0" algn="ctr">
              <a:buNone/>
              <a:tabLst/>
              <a:defRPr>
                <a:solidFill>
                  <a:schemeClr val="accent1"/>
                </a:solidFill>
              </a:defRPr>
            </a:lvl3pPr>
            <a:lvl4pPr marL="13097" indent="0" algn="ctr">
              <a:buNone/>
              <a:tabLst/>
              <a:defRPr>
                <a:solidFill>
                  <a:schemeClr val="accent1"/>
                </a:solidFill>
              </a:defRPr>
            </a:lvl4pPr>
            <a:lvl5pPr marL="13097" indent="0" algn="ctr">
              <a:buNone/>
              <a:tabLst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ijdelijke aanduiding voor tekst 3"/>
          <p:cNvSpPr>
            <a:spLocks noGrp="1"/>
          </p:cNvSpPr>
          <p:nvPr>
            <p:ph type="body" sz="quarter" idx="14"/>
          </p:nvPr>
        </p:nvSpPr>
        <p:spPr>
          <a:xfrm>
            <a:off x="3485512" y="2169434"/>
            <a:ext cx="2199869" cy="2814942"/>
          </a:xfrm>
          <a:ln w="44450">
            <a:solidFill>
              <a:schemeClr val="accent1"/>
            </a:solidFill>
          </a:ln>
        </p:spPr>
        <p:txBody>
          <a:bodyPr lIns="180000" tIns="108000" rIns="180000" bIns="108000" anchor="ctr"/>
          <a:lstStyle>
            <a:lvl1pPr algn="ctr">
              <a:defRPr sz="1350">
                <a:solidFill>
                  <a:schemeClr val="accent1"/>
                </a:solidFill>
              </a:defRPr>
            </a:lvl1pPr>
            <a:lvl2pPr marL="13097" indent="0" algn="ctr">
              <a:buNone/>
              <a:tabLst/>
              <a:defRPr>
                <a:solidFill>
                  <a:schemeClr val="accent1"/>
                </a:solidFill>
              </a:defRPr>
            </a:lvl2pPr>
            <a:lvl3pPr marL="13097" indent="0" algn="ctr">
              <a:buNone/>
              <a:tabLst/>
              <a:defRPr>
                <a:solidFill>
                  <a:schemeClr val="accent1"/>
                </a:solidFill>
              </a:defRPr>
            </a:lvl3pPr>
            <a:lvl4pPr marL="13097" indent="0" algn="ctr">
              <a:buNone/>
              <a:tabLst/>
              <a:defRPr>
                <a:solidFill>
                  <a:schemeClr val="accent1"/>
                </a:solidFill>
              </a:defRPr>
            </a:lvl4pPr>
            <a:lvl5pPr marL="13097" indent="0" algn="ctr">
              <a:buNone/>
              <a:tabLst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ijdelijke aanduiding voor tekst 3"/>
          <p:cNvSpPr>
            <a:spLocks noGrp="1"/>
          </p:cNvSpPr>
          <p:nvPr>
            <p:ph type="body" sz="quarter" idx="15"/>
          </p:nvPr>
        </p:nvSpPr>
        <p:spPr>
          <a:xfrm>
            <a:off x="5953047" y="2169434"/>
            <a:ext cx="2199869" cy="2814942"/>
          </a:xfrm>
          <a:ln w="44450">
            <a:solidFill>
              <a:schemeClr val="accent1"/>
            </a:solidFill>
          </a:ln>
        </p:spPr>
        <p:txBody>
          <a:bodyPr lIns="180000" tIns="108000" rIns="180000" bIns="108000" anchor="ctr"/>
          <a:lstStyle>
            <a:lvl1pPr algn="ctr">
              <a:defRPr sz="1350">
                <a:solidFill>
                  <a:schemeClr val="accent1"/>
                </a:solidFill>
              </a:defRPr>
            </a:lvl1pPr>
            <a:lvl2pPr marL="13097" indent="0" algn="ctr">
              <a:buNone/>
              <a:tabLst/>
              <a:defRPr>
                <a:solidFill>
                  <a:schemeClr val="accent1"/>
                </a:solidFill>
              </a:defRPr>
            </a:lvl2pPr>
            <a:lvl3pPr marL="13097" indent="0" algn="ctr">
              <a:buNone/>
              <a:tabLst/>
              <a:defRPr>
                <a:solidFill>
                  <a:schemeClr val="accent1"/>
                </a:solidFill>
              </a:defRPr>
            </a:lvl3pPr>
            <a:lvl4pPr marL="13097" indent="0" algn="ctr">
              <a:buNone/>
              <a:tabLst/>
              <a:defRPr>
                <a:solidFill>
                  <a:schemeClr val="accent1"/>
                </a:solidFill>
              </a:defRPr>
            </a:lvl4pPr>
            <a:lvl5pPr marL="13097" indent="0" algn="ctr">
              <a:buNone/>
              <a:tabLst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4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5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555845642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 - 3 topics oran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1017978" y="2169434"/>
            <a:ext cx="2199869" cy="2814942"/>
          </a:xfrm>
          <a:ln w="44450">
            <a:solidFill>
              <a:schemeClr val="accent2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ijdelijke aanduiding voor tekst 3"/>
          <p:cNvSpPr>
            <a:spLocks noGrp="1"/>
          </p:cNvSpPr>
          <p:nvPr>
            <p:ph type="body" sz="quarter" idx="14"/>
          </p:nvPr>
        </p:nvSpPr>
        <p:spPr>
          <a:xfrm>
            <a:off x="3485512" y="2169434"/>
            <a:ext cx="2199869" cy="2814942"/>
          </a:xfrm>
          <a:ln w="44450">
            <a:solidFill>
              <a:schemeClr val="accent2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ijdelijke aanduiding voor tekst 3"/>
          <p:cNvSpPr>
            <a:spLocks noGrp="1"/>
          </p:cNvSpPr>
          <p:nvPr>
            <p:ph type="body" sz="quarter" idx="15"/>
          </p:nvPr>
        </p:nvSpPr>
        <p:spPr>
          <a:xfrm>
            <a:off x="5953047" y="2169434"/>
            <a:ext cx="2199869" cy="2814942"/>
          </a:xfrm>
          <a:ln w="44450">
            <a:solidFill>
              <a:schemeClr val="accent2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4" name="Titel 3"/>
          <p:cNvSpPr>
            <a:spLocks noGrp="1"/>
          </p:cNvSpPr>
          <p:nvPr>
            <p:ph type="title"/>
          </p:nvPr>
        </p:nvSpPr>
        <p:spPr>
          <a:xfrm>
            <a:off x="548878" y="782971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5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1153152461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ronde topics - 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1017978" y="2169434"/>
            <a:ext cx="2111400" cy="2814942"/>
          </a:xfrm>
          <a:prstGeom prst="ellipse">
            <a:avLst/>
          </a:prstGeom>
          <a:ln w="50800">
            <a:solidFill>
              <a:schemeClr val="accent1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ijdelijke aanduiding voor tekst 3"/>
          <p:cNvSpPr>
            <a:spLocks noGrp="1"/>
          </p:cNvSpPr>
          <p:nvPr>
            <p:ph type="body" sz="quarter" idx="14"/>
          </p:nvPr>
        </p:nvSpPr>
        <p:spPr>
          <a:xfrm>
            <a:off x="3485513" y="2169434"/>
            <a:ext cx="2111400" cy="2814942"/>
          </a:xfrm>
          <a:prstGeom prst="ellipse">
            <a:avLst/>
          </a:prstGeom>
          <a:ln w="50800">
            <a:solidFill>
              <a:schemeClr val="accent1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ijdelijke aanduiding voor tekst 3"/>
          <p:cNvSpPr>
            <a:spLocks noGrp="1"/>
          </p:cNvSpPr>
          <p:nvPr>
            <p:ph type="body" sz="quarter" idx="15"/>
          </p:nvPr>
        </p:nvSpPr>
        <p:spPr>
          <a:xfrm>
            <a:off x="5953047" y="2169434"/>
            <a:ext cx="2111400" cy="2814942"/>
          </a:xfrm>
          <a:prstGeom prst="ellipse">
            <a:avLst/>
          </a:prstGeom>
          <a:ln w="50800">
            <a:solidFill>
              <a:schemeClr val="accent1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4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5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588985398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ronde topics - oran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1017978" y="2169434"/>
            <a:ext cx="2111400" cy="2814942"/>
          </a:xfrm>
          <a:prstGeom prst="ellipse">
            <a:avLst/>
          </a:prstGeom>
          <a:ln w="50800">
            <a:solidFill>
              <a:schemeClr val="accent2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ijdelijke aanduiding voor tekst 3"/>
          <p:cNvSpPr>
            <a:spLocks noGrp="1"/>
          </p:cNvSpPr>
          <p:nvPr>
            <p:ph type="body" sz="quarter" idx="14"/>
          </p:nvPr>
        </p:nvSpPr>
        <p:spPr>
          <a:xfrm>
            <a:off x="3485513" y="2169434"/>
            <a:ext cx="2111400" cy="2814942"/>
          </a:xfrm>
          <a:prstGeom prst="ellipse">
            <a:avLst/>
          </a:prstGeom>
          <a:ln w="50800">
            <a:solidFill>
              <a:schemeClr val="accent2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Tijdelijke aanduiding voor tekst 3"/>
          <p:cNvSpPr>
            <a:spLocks noGrp="1"/>
          </p:cNvSpPr>
          <p:nvPr>
            <p:ph type="body" sz="quarter" idx="15"/>
          </p:nvPr>
        </p:nvSpPr>
        <p:spPr>
          <a:xfrm>
            <a:off x="5953047" y="2169434"/>
            <a:ext cx="2111400" cy="2814942"/>
          </a:xfrm>
          <a:prstGeom prst="ellipse">
            <a:avLst/>
          </a:prstGeom>
          <a:ln w="50800">
            <a:solidFill>
              <a:schemeClr val="accent2"/>
            </a:solidFill>
          </a:ln>
        </p:spPr>
        <p:txBody>
          <a:bodyPr lIns="180000" tIns="108000" rIns="180000" bIns="108000" anchor="ctr"/>
          <a:lstStyle>
            <a:lvl1pPr algn="ctr">
              <a:defRPr sz="1350"/>
            </a:lvl1pPr>
            <a:lvl2pPr marL="13097" indent="0" algn="ctr">
              <a:buNone/>
              <a:tabLst/>
              <a:defRPr/>
            </a:lvl2pPr>
            <a:lvl3pPr marL="13097" indent="0" algn="ctr">
              <a:buNone/>
              <a:tabLst/>
              <a:defRPr/>
            </a:lvl3pPr>
            <a:lvl4pPr marL="13097" indent="0" algn="ctr">
              <a:buNone/>
              <a:tabLst/>
              <a:defRPr/>
            </a:lvl4pPr>
            <a:lvl5pPr marL="13097" indent="0" algn="ctr">
              <a:buNone/>
              <a:tabLst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4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5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296443350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3014932" y="2652754"/>
            <a:ext cx="3114137" cy="1516863"/>
          </a:xfrm>
          <a:prstGeom prst="wedgeRectCallout">
            <a:avLst>
              <a:gd name="adj1" fmla="val -33309"/>
              <a:gd name="adj2" fmla="val 66900"/>
            </a:avLst>
          </a:prstGeom>
          <a:solidFill>
            <a:schemeClr val="accent1"/>
          </a:solidFill>
          <a:ln>
            <a:noFill/>
          </a:ln>
        </p:spPr>
        <p:txBody>
          <a:bodyPr wrap="square" lIns="360000" tIns="360000" rIns="324000" bIns="360000" anchor="ctr">
            <a:spAutoFit/>
          </a:bodyPr>
          <a:lstStyle>
            <a:lvl1pPr algn="l">
              <a:defRPr sz="1500">
                <a:solidFill>
                  <a:schemeClr val="bg1"/>
                </a:solidFill>
              </a:defRPr>
            </a:lvl1pPr>
            <a:lvl2pPr algn="l">
              <a:defRPr sz="1350">
                <a:solidFill>
                  <a:schemeClr val="bg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nl-BE" dirty="0"/>
              <a:t>Click to edit Master text styles</a:t>
            </a:r>
          </a:p>
          <a:p>
            <a:pPr lvl="1"/>
            <a:r>
              <a:rPr lang="nl-BE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179838281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- oran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3014932" y="2652754"/>
            <a:ext cx="3114137" cy="1516863"/>
          </a:xfrm>
          <a:prstGeom prst="wedgeRectCallout">
            <a:avLst>
              <a:gd name="adj1" fmla="val -33309"/>
              <a:gd name="adj2" fmla="val 66900"/>
            </a:avLst>
          </a:prstGeom>
          <a:noFill/>
          <a:ln w="44450">
            <a:solidFill>
              <a:schemeClr val="accent2"/>
            </a:solidFill>
            <a:miter lim="800000"/>
          </a:ln>
        </p:spPr>
        <p:txBody>
          <a:bodyPr wrap="square" lIns="360000" tIns="360000" rIns="324000" bIns="360000" anchor="ctr">
            <a:spAutoFit/>
          </a:bodyPr>
          <a:lstStyle>
            <a:lvl1pPr algn="l">
              <a:defRPr sz="1500">
                <a:solidFill>
                  <a:srgbClr val="0033A0"/>
                </a:solidFill>
              </a:defRPr>
            </a:lvl1pPr>
            <a:lvl2pPr algn="l">
              <a:defRPr sz="1350">
                <a:solidFill>
                  <a:srgbClr val="0033A0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nl-BE" dirty="0"/>
              <a:t>Click to edit Master text styles</a:t>
            </a:r>
          </a:p>
          <a:p>
            <a:pPr lvl="1"/>
            <a:r>
              <a:rPr lang="nl-BE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42345469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 met oranje lijn -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Vrije vorm 5"/>
          <p:cNvSpPr/>
          <p:nvPr/>
        </p:nvSpPr>
        <p:spPr>
          <a:xfrm>
            <a:off x="2735797" y="1798366"/>
            <a:ext cx="218927" cy="2808312"/>
          </a:xfrm>
          <a:custGeom>
            <a:avLst/>
            <a:gdLst>
              <a:gd name="connsiteX0" fmla="*/ 177800 w 184150"/>
              <a:gd name="connsiteY0" fmla="*/ 0 h 1771650"/>
              <a:gd name="connsiteX1" fmla="*/ 177800 w 184150"/>
              <a:gd name="connsiteY1" fmla="*/ 454025 h 1771650"/>
              <a:gd name="connsiteX2" fmla="*/ 0 w 184150"/>
              <a:gd name="connsiteY2" fmla="*/ 454025 h 1771650"/>
              <a:gd name="connsiteX3" fmla="*/ 184150 w 184150"/>
              <a:gd name="connsiteY3" fmla="*/ 898525 h 1771650"/>
              <a:gd name="connsiteX4" fmla="*/ 184150 w 184150"/>
              <a:gd name="connsiteY4" fmla="*/ 1771650 h 1771650"/>
              <a:gd name="connsiteX0" fmla="*/ 177800 w 189210"/>
              <a:gd name="connsiteY0" fmla="*/ 0 h 1771650"/>
              <a:gd name="connsiteX1" fmla="*/ 177800 w 189210"/>
              <a:gd name="connsiteY1" fmla="*/ 454025 h 1771650"/>
              <a:gd name="connsiteX2" fmla="*/ 0 w 189210"/>
              <a:gd name="connsiteY2" fmla="*/ 454025 h 1771650"/>
              <a:gd name="connsiteX3" fmla="*/ 189210 w 189210"/>
              <a:gd name="connsiteY3" fmla="*/ 898525 h 1771650"/>
              <a:gd name="connsiteX4" fmla="*/ 184150 w 189210"/>
              <a:gd name="connsiteY4" fmla="*/ 1771650 h 1771650"/>
              <a:gd name="connsiteX0" fmla="*/ 177800 w 191740"/>
              <a:gd name="connsiteY0" fmla="*/ 0 h 1771650"/>
              <a:gd name="connsiteX1" fmla="*/ 177800 w 191740"/>
              <a:gd name="connsiteY1" fmla="*/ 454025 h 1771650"/>
              <a:gd name="connsiteX2" fmla="*/ 0 w 191740"/>
              <a:gd name="connsiteY2" fmla="*/ 454025 h 1771650"/>
              <a:gd name="connsiteX3" fmla="*/ 191740 w 191740"/>
              <a:gd name="connsiteY3" fmla="*/ 802382 h 1771650"/>
              <a:gd name="connsiteX4" fmla="*/ 184150 w 191740"/>
              <a:gd name="connsiteY4" fmla="*/ 1771650 h 1771650"/>
              <a:gd name="connsiteX0" fmla="*/ 177800 w 186680"/>
              <a:gd name="connsiteY0" fmla="*/ 0 h 1771650"/>
              <a:gd name="connsiteX1" fmla="*/ 177800 w 186680"/>
              <a:gd name="connsiteY1" fmla="*/ 454025 h 1771650"/>
              <a:gd name="connsiteX2" fmla="*/ 0 w 186680"/>
              <a:gd name="connsiteY2" fmla="*/ 454025 h 1771650"/>
              <a:gd name="connsiteX3" fmla="*/ 186680 w 186680"/>
              <a:gd name="connsiteY3" fmla="*/ 802382 h 1771650"/>
              <a:gd name="connsiteX4" fmla="*/ 184150 w 186680"/>
              <a:gd name="connsiteY4" fmla="*/ 1771650 h 1771650"/>
              <a:gd name="connsiteX0" fmla="*/ 177800 w 184150"/>
              <a:gd name="connsiteY0" fmla="*/ 0 h 1771650"/>
              <a:gd name="connsiteX1" fmla="*/ 177800 w 184150"/>
              <a:gd name="connsiteY1" fmla="*/ 454025 h 1771650"/>
              <a:gd name="connsiteX2" fmla="*/ 0 w 184150"/>
              <a:gd name="connsiteY2" fmla="*/ 454025 h 1771650"/>
              <a:gd name="connsiteX3" fmla="*/ 184150 w 184150"/>
              <a:gd name="connsiteY3" fmla="*/ 804912 h 1771650"/>
              <a:gd name="connsiteX4" fmla="*/ 184150 w 184150"/>
              <a:gd name="connsiteY4" fmla="*/ 177165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4150" h="1771650">
                <a:moveTo>
                  <a:pt x="177800" y="0"/>
                </a:moveTo>
                <a:lnTo>
                  <a:pt x="177800" y="454025"/>
                </a:lnTo>
                <a:lnTo>
                  <a:pt x="0" y="454025"/>
                </a:lnTo>
                <a:lnTo>
                  <a:pt x="184150" y="804912"/>
                </a:lnTo>
                <a:lnTo>
                  <a:pt x="184150" y="1771650"/>
                </a:ln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800" dirty="0"/>
              <a:t>  </a:t>
            </a:r>
          </a:p>
        </p:txBody>
      </p:sp>
      <p:sp>
        <p:nvSpPr>
          <p:cNvPr id="7" name="Tijdelijke aanduiding voor tekst 6"/>
          <p:cNvSpPr>
            <a:spLocks noGrp="1"/>
          </p:cNvSpPr>
          <p:nvPr>
            <p:ph type="body" sz="quarter" idx="13" hasCustomPrompt="1"/>
          </p:nvPr>
        </p:nvSpPr>
        <p:spPr>
          <a:xfrm>
            <a:off x="3281363" y="1865035"/>
            <a:ext cx="3334941" cy="2670175"/>
          </a:xfrm>
        </p:spPr>
        <p:txBody>
          <a:bodyPr anchor="ctr"/>
          <a:lstStyle>
            <a:lvl1pPr algn="just">
              <a:defRPr cap="all" baseline="0"/>
            </a:lvl1pPr>
          </a:lstStyle>
          <a:p>
            <a:pPr lvl="0"/>
            <a:r>
              <a:rPr lang="nl-NL" dirty="0"/>
              <a:t>“Klik om de tekststijl van het model te bewerken”</a:t>
            </a:r>
          </a:p>
        </p:txBody>
      </p:sp>
    </p:spTree>
    <p:extLst>
      <p:ext uri="{BB962C8B-B14F-4D97-AF65-F5344CB8AC3E}">
        <p14:creationId xmlns:p14="http://schemas.microsoft.com/office/powerpoint/2010/main" val="3192959102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kst met blauwe lijn -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7" name="Tijdelijke aanduiding voor tekst 6"/>
          <p:cNvSpPr>
            <a:spLocks noGrp="1"/>
          </p:cNvSpPr>
          <p:nvPr>
            <p:ph type="body" sz="quarter" idx="13" hasCustomPrompt="1"/>
          </p:nvPr>
        </p:nvSpPr>
        <p:spPr>
          <a:xfrm>
            <a:off x="2723872" y="1460305"/>
            <a:ext cx="4243423" cy="2670175"/>
          </a:xfrm>
        </p:spPr>
        <p:txBody>
          <a:bodyPr anchor="b"/>
          <a:lstStyle>
            <a:lvl1pPr algn="just">
              <a:defRPr cap="all" baseline="0"/>
            </a:lvl1pPr>
          </a:lstStyle>
          <a:p>
            <a:pPr lvl="0"/>
            <a:r>
              <a:rPr lang="nl-NL"/>
              <a:t>“Klik </a:t>
            </a:r>
            <a:r>
              <a:rPr lang="nl-NL" dirty="0"/>
              <a:t>om de tekststijl van het model </a:t>
            </a:r>
            <a:r>
              <a:rPr lang="nl-NL"/>
              <a:t>te bewerken”</a:t>
            </a:r>
            <a:endParaRPr lang="nl-NL" dirty="0"/>
          </a:p>
        </p:txBody>
      </p:sp>
      <p:sp>
        <p:nvSpPr>
          <p:cNvPr id="10" name="Vrije vorm 9"/>
          <p:cNvSpPr/>
          <p:nvPr/>
        </p:nvSpPr>
        <p:spPr>
          <a:xfrm>
            <a:off x="2768842" y="4419181"/>
            <a:ext cx="4175968" cy="193637"/>
          </a:xfrm>
          <a:custGeom>
            <a:avLst/>
            <a:gdLst>
              <a:gd name="connsiteX0" fmla="*/ 0 w 4905487"/>
              <a:gd name="connsiteY0" fmla="*/ 0 h 193637"/>
              <a:gd name="connsiteX1" fmla="*/ 419548 w 4905487"/>
              <a:gd name="connsiteY1" fmla="*/ 0 h 193637"/>
              <a:gd name="connsiteX2" fmla="*/ 419548 w 4905487"/>
              <a:gd name="connsiteY2" fmla="*/ 193637 h 193637"/>
              <a:gd name="connsiteX3" fmla="*/ 910814 w 4905487"/>
              <a:gd name="connsiteY3" fmla="*/ 3585 h 193637"/>
              <a:gd name="connsiteX4" fmla="*/ 4905487 w 4905487"/>
              <a:gd name="connsiteY4" fmla="*/ 3585 h 193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05487" h="193637">
                <a:moveTo>
                  <a:pt x="0" y="0"/>
                </a:moveTo>
                <a:lnTo>
                  <a:pt x="419548" y="0"/>
                </a:lnTo>
                <a:lnTo>
                  <a:pt x="419548" y="193637"/>
                </a:lnTo>
                <a:lnTo>
                  <a:pt x="910814" y="3585"/>
                </a:lnTo>
                <a:lnTo>
                  <a:pt x="4905487" y="3585"/>
                </a:lnTo>
              </a:path>
            </a:pathLst>
          </a:custGeom>
          <a:noFill/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</p:spTree>
    <p:extLst>
      <p:ext uri="{BB962C8B-B14F-4D97-AF65-F5344CB8AC3E}">
        <p14:creationId xmlns:p14="http://schemas.microsoft.com/office/powerpoint/2010/main" val="2481741738"/>
      </p:ext>
    </p:extLst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ote tekst met pat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34" name="Tijdelijke aanduiding voor tekst 33"/>
          <p:cNvSpPr>
            <a:spLocks noGrp="1"/>
          </p:cNvSpPr>
          <p:nvPr>
            <p:ph type="body" sz="quarter" idx="13"/>
          </p:nvPr>
        </p:nvSpPr>
        <p:spPr>
          <a:xfrm>
            <a:off x="888596" y="475669"/>
            <a:ext cx="3169991" cy="5070692"/>
          </a:xfrm>
        </p:spPr>
        <p:txBody>
          <a:bodyPr>
            <a:noAutofit/>
          </a:bodyPr>
          <a:lstStyle>
            <a:lvl1pPr>
              <a:lnSpc>
                <a:spcPct val="70000"/>
              </a:lnSpc>
              <a:defRPr sz="6750" b="1" i="0" cap="all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529037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2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873128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3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7217219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4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7561310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5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7905401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6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8249492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7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8593583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8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535697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9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6879788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0" name="Text Placeholder 4"/>
          <p:cNvSpPr>
            <a:spLocks noGrp="1"/>
          </p:cNvSpPr>
          <p:nvPr>
            <p:ph type="body" sz="quarter" idx="23" hasCustomPrompt="1"/>
          </p:nvPr>
        </p:nvSpPr>
        <p:spPr>
          <a:xfrm>
            <a:off x="7223879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sz="quarter" idx="24" hasCustomPrompt="1"/>
          </p:nvPr>
        </p:nvSpPr>
        <p:spPr>
          <a:xfrm>
            <a:off x="7567970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2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7912061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3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256152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4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600243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5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6535697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6" name="Text Placeholder 4"/>
          <p:cNvSpPr>
            <a:spLocks noGrp="1"/>
          </p:cNvSpPr>
          <p:nvPr>
            <p:ph type="body" sz="quarter" idx="29" hasCustomPrompt="1"/>
          </p:nvPr>
        </p:nvSpPr>
        <p:spPr>
          <a:xfrm>
            <a:off x="6879788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7" name="Text Placeholder 4"/>
          <p:cNvSpPr>
            <a:spLocks noGrp="1"/>
          </p:cNvSpPr>
          <p:nvPr>
            <p:ph type="body" sz="quarter" idx="30" hasCustomPrompt="1"/>
          </p:nvPr>
        </p:nvSpPr>
        <p:spPr>
          <a:xfrm>
            <a:off x="7223879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8" name="Text Placeholder 4"/>
          <p:cNvSpPr>
            <a:spLocks noGrp="1"/>
          </p:cNvSpPr>
          <p:nvPr>
            <p:ph type="body" sz="quarter" idx="31" hasCustomPrompt="1"/>
          </p:nvPr>
        </p:nvSpPr>
        <p:spPr>
          <a:xfrm>
            <a:off x="7567970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09" name="Text Placeholder 4"/>
          <p:cNvSpPr>
            <a:spLocks noGrp="1"/>
          </p:cNvSpPr>
          <p:nvPr>
            <p:ph type="body" sz="quarter" idx="32" hasCustomPrompt="1"/>
          </p:nvPr>
        </p:nvSpPr>
        <p:spPr>
          <a:xfrm>
            <a:off x="7912061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0" name="Text Placeholder 4"/>
          <p:cNvSpPr>
            <a:spLocks noGrp="1"/>
          </p:cNvSpPr>
          <p:nvPr>
            <p:ph type="body" sz="quarter" idx="33" hasCustomPrompt="1"/>
          </p:nvPr>
        </p:nvSpPr>
        <p:spPr>
          <a:xfrm>
            <a:off x="8256152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1" name="Text Placeholder 4"/>
          <p:cNvSpPr>
            <a:spLocks noGrp="1"/>
          </p:cNvSpPr>
          <p:nvPr>
            <p:ph type="body" sz="quarter" idx="34" hasCustomPrompt="1"/>
          </p:nvPr>
        </p:nvSpPr>
        <p:spPr>
          <a:xfrm>
            <a:off x="8600243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2" name="Text Placeholder 4"/>
          <p:cNvSpPr>
            <a:spLocks noGrp="1"/>
          </p:cNvSpPr>
          <p:nvPr>
            <p:ph type="body" sz="quarter" idx="35" hasCustomPrompt="1"/>
          </p:nvPr>
        </p:nvSpPr>
        <p:spPr>
          <a:xfrm>
            <a:off x="6535889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3" name="Text Placeholder 4"/>
          <p:cNvSpPr>
            <a:spLocks noGrp="1"/>
          </p:cNvSpPr>
          <p:nvPr>
            <p:ph type="body" sz="quarter" idx="36" hasCustomPrompt="1"/>
          </p:nvPr>
        </p:nvSpPr>
        <p:spPr>
          <a:xfrm>
            <a:off x="6879980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4" name="Text Placeholder 4"/>
          <p:cNvSpPr>
            <a:spLocks noGrp="1"/>
          </p:cNvSpPr>
          <p:nvPr>
            <p:ph type="body" sz="quarter" idx="37" hasCustomPrompt="1"/>
          </p:nvPr>
        </p:nvSpPr>
        <p:spPr>
          <a:xfrm>
            <a:off x="7224071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5" name="Text Placeholder 4"/>
          <p:cNvSpPr>
            <a:spLocks noGrp="1"/>
          </p:cNvSpPr>
          <p:nvPr>
            <p:ph type="body" sz="quarter" idx="38" hasCustomPrompt="1"/>
          </p:nvPr>
        </p:nvSpPr>
        <p:spPr>
          <a:xfrm>
            <a:off x="7568162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6" name="Text Placeholder 4"/>
          <p:cNvSpPr>
            <a:spLocks noGrp="1"/>
          </p:cNvSpPr>
          <p:nvPr>
            <p:ph type="body" sz="quarter" idx="39" hasCustomPrompt="1"/>
          </p:nvPr>
        </p:nvSpPr>
        <p:spPr>
          <a:xfrm>
            <a:off x="7912253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7" name="Text Placeholder 4"/>
          <p:cNvSpPr>
            <a:spLocks noGrp="1"/>
          </p:cNvSpPr>
          <p:nvPr>
            <p:ph type="body" sz="quarter" idx="40" hasCustomPrompt="1"/>
          </p:nvPr>
        </p:nvSpPr>
        <p:spPr>
          <a:xfrm>
            <a:off x="8256344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118" name="Text Placeholder 4"/>
          <p:cNvSpPr>
            <a:spLocks noGrp="1"/>
          </p:cNvSpPr>
          <p:nvPr>
            <p:ph type="body" sz="quarter" idx="41" hasCustomPrompt="1"/>
          </p:nvPr>
        </p:nvSpPr>
        <p:spPr>
          <a:xfrm>
            <a:off x="8600435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23057143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, ondertitel en tekst met pat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quarter" idx="13"/>
          </p:nvPr>
        </p:nvSpPr>
        <p:spPr>
          <a:xfrm>
            <a:off x="468325" y="2005130"/>
            <a:ext cx="5018075" cy="34671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8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69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529037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0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873128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1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7217219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2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7561310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3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7905401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4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8249492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5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8593583" y="259570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6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535697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7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6879788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8" name="Text Placeholder 4"/>
          <p:cNvSpPr>
            <a:spLocks noGrp="1"/>
          </p:cNvSpPr>
          <p:nvPr>
            <p:ph type="body" sz="quarter" idx="23" hasCustomPrompt="1"/>
          </p:nvPr>
        </p:nvSpPr>
        <p:spPr>
          <a:xfrm>
            <a:off x="7223879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79" name="Text Placeholder 4"/>
          <p:cNvSpPr>
            <a:spLocks noGrp="1"/>
          </p:cNvSpPr>
          <p:nvPr>
            <p:ph type="body" sz="quarter" idx="24" hasCustomPrompt="1"/>
          </p:nvPr>
        </p:nvSpPr>
        <p:spPr>
          <a:xfrm>
            <a:off x="7567970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0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7912061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1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256152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2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600243" y="1415164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3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6535697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4" name="Text Placeholder 4"/>
          <p:cNvSpPr>
            <a:spLocks noGrp="1"/>
          </p:cNvSpPr>
          <p:nvPr>
            <p:ph type="body" sz="quarter" idx="29" hasCustomPrompt="1"/>
          </p:nvPr>
        </p:nvSpPr>
        <p:spPr>
          <a:xfrm>
            <a:off x="6879788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5" name="Text Placeholder 4"/>
          <p:cNvSpPr>
            <a:spLocks noGrp="1"/>
          </p:cNvSpPr>
          <p:nvPr>
            <p:ph type="body" sz="quarter" idx="30" hasCustomPrompt="1"/>
          </p:nvPr>
        </p:nvSpPr>
        <p:spPr>
          <a:xfrm>
            <a:off x="7223879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6" name="Text Placeholder 4"/>
          <p:cNvSpPr>
            <a:spLocks noGrp="1"/>
          </p:cNvSpPr>
          <p:nvPr>
            <p:ph type="body" sz="quarter" idx="31" hasCustomPrompt="1"/>
          </p:nvPr>
        </p:nvSpPr>
        <p:spPr>
          <a:xfrm>
            <a:off x="7567970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7" name="Text Placeholder 4"/>
          <p:cNvSpPr>
            <a:spLocks noGrp="1"/>
          </p:cNvSpPr>
          <p:nvPr>
            <p:ph type="body" sz="quarter" idx="32" hasCustomPrompt="1"/>
          </p:nvPr>
        </p:nvSpPr>
        <p:spPr>
          <a:xfrm>
            <a:off x="7912061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8" name="Text Placeholder 4"/>
          <p:cNvSpPr>
            <a:spLocks noGrp="1"/>
          </p:cNvSpPr>
          <p:nvPr>
            <p:ph type="body" sz="quarter" idx="33" hasCustomPrompt="1"/>
          </p:nvPr>
        </p:nvSpPr>
        <p:spPr>
          <a:xfrm>
            <a:off x="8256152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89" name="Text Placeholder 4"/>
          <p:cNvSpPr>
            <a:spLocks noGrp="1"/>
          </p:cNvSpPr>
          <p:nvPr>
            <p:ph type="body" sz="quarter" idx="34" hasCustomPrompt="1"/>
          </p:nvPr>
        </p:nvSpPr>
        <p:spPr>
          <a:xfrm>
            <a:off x="8600243" y="2567683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0" name="Text Placeholder 4"/>
          <p:cNvSpPr>
            <a:spLocks noGrp="1"/>
          </p:cNvSpPr>
          <p:nvPr>
            <p:ph type="body" sz="quarter" idx="35" hasCustomPrompt="1"/>
          </p:nvPr>
        </p:nvSpPr>
        <p:spPr>
          <a:xfrm>
            <a:off x="6535889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1" name="Text Placeholder 4"/>
          <p:cNvSpPr>
            <a:spLocks noGrp="1"/>
          </p:cNvSpPr>
          <p:nvPr>
            <p:ph type="body" sz="quarter" idx="36" hasCustomPrompt="1"/>
          </p:nvPr>
        </p:nvSpPr>
        <p:spPr>
          <a:xfrm>
            <a:off x="6879980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2" name="Text Placeholder 4"/>
          <p:cNvSpPr>
            <a:spLocks noGrp="1"/>
          </p:cNvSpPr>
          <p:nvPr>
            <p:ph type="body" sz="quarter" idx="37" hasCustomPrompt="1"/>
          </p:nvPr>
        </p:nvSpPr>
        <p:spPr>
          <a:xfrm>
            <a:off x="7224071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3" name="Text Placeholder 4"/>
          <p:cNvSpPr>
            <a:spLocks noGrp="1"/>
          </p:cNvSpPr>
          <p:nvPr>
            <p:ph type="body" sz="quarter" idx="38" hasCustomPrompt="1"/>
          </p:nvPr>
        </p:nvSpPr>
        <p:spPr>
          <a:xfrm>
            <a:off x="7568162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4" name="Text Placeholder 4"/>
          <p:cNvSpPr>
            <a:spLocks noGrp="1"/>
          </p:cNvSpPr>
          <p:nvPr>
            <p:ph type="body" sz="quarter" idx="39" hasCustomPrompt="1"/>
          </p:nvPr>
        </p:nvSpPr>
        <p:spPr>
          <a:xfrm>
            <a:off x="7912253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5" name="Text Placeholder 4"/>
          <p:cNvSpPr>
            <a:spLocks noGrp="1"/>
          </p:cNvSpPr>
          <p:nvPr>
            <p:ph type="body" sz="quarter" idx="40" hasCustomPrompt="1"/>
          </p:nvPr>
        </p:nvSpPr>
        <p:spPr>
          <a:xfrm>
            <a:off x="8256344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6" name="Text Placeholder 4"/>
          <p:cNvSpPr>
            <a:spLocks noGrp="1"/>
          </p:cNvSpPr>
          <p:nvPr>
            <p:ph type="body" sz="quarter" idx="41" hasCustomPrompt="1"/>
          </p:nvPr>
        </p:nvSpPr>
        <p:spPr>
          <a:xfrm>
            <a:off x="8600435" y="3723277"/>
            <a:ext cx="344091" cy="1149350"/>
          </a:xfrm>
          <a:custGeom>
            <a:avLst/>
            <a:gdLst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1149350 h 1149350"/>
              <a:gd name="connsiteX4" fmla="*/ 0 w 458788"/>
              <a:gd name="connsiteY4" fmla="*/ 0 h 1149350"/>
              <a:gd name="connsiteX0" fmla="*/ 0 w 458788"/>
              <a:gd name="connsiteY0" fmla="*/ 0 h 1149350"/>
              <a:gd name="connsiteX1" fmla="*/ 458788 w 458788"/>
              <a:gd name="connsiteY1" fmla="*/ 0 h 1149350"/>
              <a:gd name="connsiteX2" fmla="*/ 458788 w 458788"/>
              <a:gd name="connsiteY2" fmla="*/ 1149350 h 1149350"/>
              <a:gd name="connsiteX3" fmla="*/ 0 w 458788"/>
              <a:gd name="connsiteY3" fmla="*/ 0 h 114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788" h="1149350">
                <a:moveTo>
                  <a:pt x="0" y="0"/>
                </a:moveTo>
                <a:lnTo>
                  <a:pt x="458788" y="0"/>
                </a:lnTo>
                <a:lnTo>
                  <a:pt x="458788" y="114935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nl-BE" dirty="0"/>
              <a:t> </a:t>
            </a:r>
          </a:p>
        </p:txBody>
      </p:sp>
      <p:sp>
        <p:nvSpPr>
          <p:cNvPr id="97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115083972"/>
      </p:ext>
    </p:extLst>
  </p:cSld>
  <p:clrMapOvr>
    <a:masterClrMapping/>
  </p:clrMapOvr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ond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13" name="Titel 3"/>
          <p:cNvSpPr>
            <a:spLocks noGrp="1"/>
          </p:cNvSpPr>
          <p:nvPr>
            <p:ph type="title"/>
          </p:nvPr>
        </p:nvSpPr>
        <p:spPr>
          <a:xfrm>
            <a:off x="548878" y="787637"/>
            <a:ext cx="4199914" cy="264876"/>
          </a:xfrm>
        </p:spPr>
        <p:txBody>
          <a:bodyPr tIns="36000" bIns="0"/>
          <a:lstStyle>
            <a:lvl1pPr>
              <a:defRPr sz="1650" strike="noStrike" baseline="0"/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14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548878" y="1104151"/>
            <a:ext cx="1280863" cy="270065"/>
          </a:xfrm>
          <a:solidFill>
            <a:schemeClr val="accent1"/>
          </a:solidFill>
        </p:spPr>
        <p:txBody>
          <a:bodyPr wrap="none" lIns="0" tIns="36000" bIns="36000" anchor="t" anchorCtr="0">
            <a:spAutoFit/>
          </a:bodyPr>
          <a:lstStyle>
            <a:lvl1pPr marL="72629" indent="0" algn="l">
              <a:buNone/>
              <a:tabLst/>
              <a:defRPr lang="nl-NL" sz="1350" kern="1200" cap="all" baseline="0" dirty="0" smtClean="0">
                <a:solidFill>
                  <a:schemeClr val="bg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nl-NL" dirty="0"/>
              <a:t>Ondertitel</a:t>
            </a:r>
          </a:p>
        </p:txBody>
      </p:sp>
    </p:spTree>
    <p:extLst>
      <p:ext uri="{BB962C8B-B14F-4D97-AF65-F5344CB8AC3E}">
        <p14:creationId xmlns:p14="http://schemas.microsoft.com/office/powerpoint/2010/main" val="3234317243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g sche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4960020"/>
      </p:ext>
    </p:extLst>
  </p:cSld>
  <p:clrMapOvr>
    <a:masterClrMapping/>
  </p:clrMapOvr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oo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voettekst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Vrije vorm 3"/>
          <p:cNvSpPr/>
          <p:nvPr/>
        </p:nvSpPr>
        <p:spPr>
          <a:xfrm>
            <a:off x="3733525" y="1362518"/>
            <a:ext cx="172442" cy="3777307"/>
          </a:xfrm>
          <a:custGeom>
            <a:avLst/>
            <a:gdLst>
              <a:gd name="connsiteX0" fmla="*/ 177800 w 184150"/>
              <a:gd name="connsiteY0" fmla="*/ 0 h 1771650"/>
              <a:gd name="connsiteX1" fmla="*/ 177800 w 184150"/>
              <a:gd name="connsiteY1" fmla="*/ 454025 h 1771650"/>
              <a:gd name="connsiteX2" fmla="*/ 0 w 184150"/>
              <a:gd name="connsiteY2" fmla="*/ 454025 h 1771650"/>
              <a:gd name="connsiteX3" fmla="*/ 184150 w 184150"/>
              <a:gd name="connsiteY3" fmla="*/ 898525 h 1771650"/>
              <a:gd name="connsiteX4" fmla="*/ 184150 w 184150"/>
              <a:gd name="connsiteY4" fmla="*/ 1771650 h 1771650"/>
              <a:gd name="connsiteX0" fmla="*/ 177800 w 189210"/>
              <a:gd name="connsiteY0" fmla="*/ 0 h 1771650"/>
              <a:gd name="connsiteX1" fmla="*/ 177800 w 189210"/>
              <a:gd name="connsiteY1" fmla="*/ 454025 h 1771650"/>
              <a:gd name="connsiteX2" fmla="*/ 0 w 189210"/>
              <a:gd name="connsiteY2" fmla="*/ 454025 h 1771650"/>
              <a:gd name="connsiteX3" fmla="*/ 189210 w 189210"/>
              <a:gd name="connsiteY3" fmla="*/ 898525 h 1771650"/>
              <a:gd name="connsiteX4" fmla="*/ 184150 w 189210"/>
              <a:gd name="connsiteY4" fmla="*/ 1771650 h 1771650"/>
              <a:gd name="connsiteX0" fmla="*/ 177800 w 191740"/>
              <a:gd name="connsiteY0" fmla="*/ 0 h 1771650"/>
              <a:gd name="connsiteX1" fmla="*/ 177800 w 191740"/>
              <a:gd name="connsiteY1" fmla="*/ 454025 h 1771650"/>
              <a:gd name="connsiteX2" fmla="*/ 0 w 191740"/>
              <a:gd name="connsiteY2" fmla="*/ 454025 h 1771650"/>
              <a:gd name="connsiteX3" fmla="*/ 191740 w 191740"/>
              <a:gd name="connsiteY3" fmla="*/ 802382 h 1771650"/>
              <a:gd name="connsiteX4" fmla="*/ 184150 w 191740"/>
              <a:gd name="connsiteY4" fmla="*/ 1771650 h 1771650"/>
              <a:gd name="connsiteX0" fmla="*/ 177800 w 186680"/>
              <a:gd name="connsiteY0" fmla="*/ 0 h 1771650"/>
              <a:gd name="connsiteX1" fmla="*/ 177800 w 186680"/>
              <a:gd name="connsiteY1" fmla="*/ 454025 h 1771650"/>
              <a:gd name="connsiteX2" fmla="*/ 0 w 186680"/>
              <a:gd name="connsiteY2" fmla="*/ 454025 h 1771650"/>
              <a:gd name="connsiteX3" fmla="*/ 186680 w 186680"/>
              <a:gd name="connsiteY3" fmla="*/ 802382 h 1771650"/>
              <a:gd name="connsiteX4" fmla="*/ 184150 w 186680"/>
              <a:gd name="connsiteY4" fmla="*/ 1771650 h 1771650"/>
              <a:gd name="connsiteX0" fmla="*/ 177800 w 184150"/>
              <a:gd name="connsiteY0" fmla="*/ 0 h 1771650"/>
              <a:gd name="connsiteX1" fmla="*/ 177800 w 184150"/>
              <a:gd name="connsiteY1" fmla="*/ 454025 h 1771650"/>
              <a:gd name="connsiteX2" fmla="*/ 0 w 184150"/>
              <a:gd name="connsiteY2" fmla="*/ 454025 h 1771650"/>
              <a:gd name="connsiteX3" fmla="*/ 184150 w 184150"/>
              <a:gd name="connsiteY3" fmla="*/ 804912 h 1771650"/>
              <a:gd name="connsiteX4" fmla="*/ 184150 w 184150"/>
              <a:gd name="connsiteY4" fmla="*/ 1771650 h 1771650"/>
              <a:gd name="connsiteX0" fmla="*/ 205601 w 211951"/>
              <a:gd name="connsiteY0" fmla="*/ 0 h 1771650"/>
              <a:gd name="connsiteX1" fmla="*/ 205601 w 211951"/>
              <a:gd name="connsiteY1" fmla="*/ 454025 h 1771650"/>
              <a:gd name="connsiteX2" fmla="*/ 0 w 211951"/>
              <a:gd name="connsiteY2" fmla="*/ 106521 h 1771650"/>
              <a:gd name="connsiteX3" fmla="*/ 211951 w 211951"/>
              <a:gd name="connsiteY3" fmla="*/ 804912 h 1771650"/>
              <a:gd name="connsiteX4" fmla="*/ 211951 w 211951"/>
              <a:gd name="connsiteY4" fmla="*/ 1771650 h 1771650"/>
              <a:gd name="connsiteX0" fmla="*/ 205601 w 211951"/>
              <a:gd name="connsiteY0" fmla="*/ 0 h 1771650"/>
              <a:gd name="connsiteX1" fmla="*/ 202125 w 211951"/>
              <a:gd name="connsiteY1" fmla="*/ 120420 h 1771650"/>
              <a:gd name="connsiteX2" fmla="*/ 0 w 211951"/>
              <a:gd name="connsiteY2" fmla="*/ 106521 h 1771650"/>
              <a:gd name="connsiteX3" fmla="*/ 211951 w 211951"/>
              <a:gd name="connsiteY3" fmla="*/ 804912 h 1771650"/>
              <a:gd name="connsiteX4" fmla="*/ 211951 w 211951"/>
              <a:gd name="connsiteY4" fmla="*/ 1771650 h 1771650"/>
              <a:gd name="connsiteX0" fmla="*/ 205601 w 216025"/>
              <a:gd name="connsiteY0" fmla="*/ 0 h 1771650"/>
              <a:gd name="connsiteX1" fmla="*/ 216025 w 216025"/>
              <a:gd name="connsiteY1" fmla="*/ 113470 h 1771650"/>
              <a:gd name="connsiteX2" fmla="*/ 0 w 216025"/>
              <a:gd name="connsiteY2" fmla="*/ 106521 h 1771650"/>
              <a:gd name="connsiteX3" fmla="*/ 211951 w 216025"/>
              <a:gd name="connsiteY3" fmla="*/ 804912 h 1771650"/>
              <a:gd name="connsiteX4" fmla="*/ 211951 w 216025"/>
              <a:gd name="connsiteY4" fmla="*/ 1771650 h 1771650"/>
              <a:gd name="connsiteX0" fmla="*/ 205601 w 211951"/>
              <a:gd name="connsiteY0" fmla="*/ 0 h 1771650"/>
              <a:gd name="connsiteX1" fmla="*/ 202125 w 211951"/>
              <a:gd name="connsiteY1" fmla="*/ 116945 h 1771650"/>
              <a:gd name="connsiteX2" fmla="*/ 0 w 211951"/>
              <a:gd name="connsiteY2" fmla="*/ 106521 h 1771650"/>
              <a:gd name="connsiteX3" fmla="*/ 211951 w 211951"/>
              <a:gd name="connsiteY3" fmla="*/ 804912 h 1771650"/>
              <a:gd name="connsiteX4" fmla="*/ 211951 w 211951"/>
              <a:gd name="connsiteY4" fmla="*/ 1771650 h 1771650"/>
              <a:gd name="connsiteX0" fmla="*/ 205601 w 211951"/>
              <a:gd name="connsiteY0" fmla="*/ 0 h 1771650"/>
              <a:gd name="connsiteX1" fmla="*/ 209075 w 211951"/>
              <a:gd name="connsiteY1" fmla="*/ 120420 h 1771650"/>
              <a:gd name="connsiteX2" fmla="*/ 0 w 211951"/>
              <a:gd name="connsiteY2" fmla="*/ 106521 h 1771650"/>
              <a:gd name="connsiteX3" fmla="*/ 211951 w 211951"/>
              <a:gd name="connsiteY3" fmla="*/ 804912 h 1771650"/>
              <a:gd name="connsiteX4" fmla="*/ 211951 w 211951"/>
              <a:gd name="connsiteY4" fmla="*/ 1771650 h 1771650"/>
              <a:gd name="connsiteX0" fmla="*/ 195176 w 201526"/>
              <a:gd name="connsiteY0" fmla="*/ 0 h 1771650"/>
              <a:gd name="connsiteX1" fmla="*/ 198650 w 201526"/>
              <a:gd name="connsiteY1" fmla="*/ 120420 h 1771650"/>
              <a:gd name="connsiteX2" fmla="*/ 0 w 201526"/>
              <a:gd name="connsiteY2" fmla="*/ 116947 h 1771650"/>
              <a:gd name="connsiteX3" fmla="*/ 201526 w 201526"/>
              <a:gd name="connsiteY3" fmla="*/ 804912 h 1771650"/>
              <a:gd name="connsiteX4" fmla="*/ 201526 w 201526"/>
              <a:gd name="connsiteY4" fmla="*/ 1771650 h 1771650"/>
              <a:gd name="connsiteX0" fmla="*/ 195176 w 201526"/>
              <a:gd name="connsiteY0" fmla="*/ 0 h 1771650"/>
              <a:gd name="connsiteX1" fmla="*/ 198650 w 201526"/>
              <a:gd name="connsiteY1" fmla="*/ 120420 h 1771650"/>
              <a:gd name="connsiteX2" fmla="*/ 0 w 201526"/>
              <a:gd name="connsiteY2" fmla="*/ 106521 h 1771650"/>
              <a:gd name="connsiteX3" fmla="*/ 201526 w 201526"/>
              <a:gd name="connsiteY3" fmla="*/ 804912 h 1771650"/>
              <a:gd name="connsiteX4" fmla="*/ 201526 w 201526"/>
              <a:gd name="connsiteY4" fmla="*/ 1771650 h 1771650"/>
              <a:gd name="connsiteX0" fmla="*/ 191701 w 198051"/>
              <a:gd name="connsiteY0" fmla="*/ 0 h 1771650"/>
              <a:gd name="connsiteX1" fmla="*/ 195175 w 198051"/>
              <a:gd name="connsiteY1" fmla="*/ 120420 h 1771650"/>
              <a:gd name="connsiteX2" fmla="*/ 0 w 198051"/>
              <a:gd name="connsiteY2" fmla="*/ 116947 h 1771650"/>
              <a:gd name="connsiteX3" fmla="*/ 198051 w 198051"/>
              <a:gd name="connsiteY3" fmla="*/ 804912 h 1771650"/>
              <a:gd name="connsiteX4" fmla="*/ 198051 w 198051"/>
              <a:gd name="connsiteY4" fmla="*/ 1771650 h 1771650"/>
              <a:gd name="connsiteX0" fmla="*/ 191701 w 198051"/>
              <a:gd name="connsiteY0" fmla="*/ 0 h 1771650"/>
              <a:gd name="connsiteX1" fmla="*/ 190902 w 198051"/>
              <a:gd name="connsiteY1" fmla="*/ 122556 h 1771650"/>
              <a:gd name="connsiteX2" fmla="*/ 0 w 198051"/>
              <a:gd name="connsiteY2" fmla="*/ 116947 h 1771650"/>
              <a:gd name="connsiteX3" fmla="*/ 198051 w 198051"/>
              <a:gd name="connsiteY3" fmla="*/ 804912 h 1771650"/>
              <a:gd name="connsiteX4" fmla="*/ 198051 w 198051"/>
              <a:gd name="connsiteY4" fmla="*/ 1771650 h 1771650"/>
              <a:gd name="connsiteX0" fmla="*/ 155380 w 161730"/>
              <a:gd name="connsiteY0" fmla="*/ 0 h 1771650"/>
              <a:gd name="connsiteX1" fmla="*/ 154581 w 161730"/>
              <a:gd name="connsiteY1" fmla="*/ 122556 h 1771650"/>
              <a:gd name="connsiteX2" fmla="*/ 0 w 161730"/>
              <a:gd name="connsiteY2" fmla="*/ 116947 h 1771650"/>
              <a:gd name="connsiteX3" fmla="*/ 161730 w 161730"/>
              <a:gd name="connsiteY3" fmla="*/ 804912 h 1771650"/>
              <a:gd name="connsiteX4" fmla="*/ 161730 w 161730"/>
              <a:gd name="connsiteY4" fmla="*/ 1771650 h 1771650"/>
              <a:gd name="connsiteX0" fmla="*/ 140425 w 146775"/>
              <a:gd name="connsiteY0" fmla="*/ 0 h 1771650"/>
              <a:gd name="connsiteX1" fmla="*/ 139626 w 146775"/>
              <a:gd name="connsiteY1" fmla="*/ 122556 h 1771650"/>
              <a:gd name="connsiteX2" fmla="*/ 0 w 146775"/>
              <a:gd name="connsiteY2" fmla="*/ 116947 h 1771650"/>
              <a:gd name="connsiteX3" fmla="*/ 146775 w 146775"/>
              <a:gd name="connsiteY3" fmla="*/ 804912 h 1771650"/>
              <a:gd name="connsiteX4" fmla="*/ 146775 w 146775"/>
              <a:gd name="connsiteY4" fmla="*/ 1771650 h 1771650"/>
              <a:gd name="connsiteX0" fmla="*/ 138289 w 144639"/>
              <a:gd name="connsiteY0" fmla="*/ 0 h 1771650"/>
              <a:gd name="connsiteX1" fmla="*/ 137490 w 144639"/>
              <a:gd name="connsiteY1" fmla="*/ 122556 h 1771650"/>
              <a:gd name="connsiteX2" fmla="*/ 0 w 144639"/>
              <a:gd name="connsiteY2" fmla="*/ 121220 h 1771650"/>
              <a:gd name="connsiteX3" fmla="*/ 144639 w 144639"/>
              <a:gd name="connsiteY3" fmla="*/ 804912 h 1771650"/>
              <a:gd name="connsiteX4" fmla="*/ 144639 w 144639"/>
              <a:gd name="connsiteY4" fmla="*/ 1771650 h 1771650"/>
              <a:gd name="connsiteX0" fmla="*/ 138289 w 144639"/>
              <a:gd name="connsiteY0" fmla="*/ 0 h 1771650"/>
              <a:gd name="connsiteX1" fmla="*/ 137490 w 144639"/>
              <a:gd name="connsiteY1" fmla="*/ 122556 h 1771650"/>
              <a:gd name="connsiteX2" fmla="*/ 0 w 144639"/>
              <a:gd name="connsiteY2" fmla="*/ 121220 h 1771650"/>
              <a:gd name="connsiteX3" fmla="*/ 140366 w 144639"/>
              <a:gd name="connsiteY3" fmla="*/ 339153 h 1771650"/>
              <a:gd name="connsiteX4" fmla="*/ 144639 w 144639"/>
              <a:gd name="connsiteY4" fmla="*/ 1771650 h 1771650"/>
              <a:gd name="connsiteX0" fmla="*/ 138289 w 147034"/>
              <a:gd name="connsiteY0" fmla="*/ 0 h 1771650"/>
              <a:gd name="connsiteX1" fmla="*/ 137490 w 147034"/>
              <a:gd name="connsiteY1" fmla="*/ 122556 h 1771650"/>
              <a:gd name="connsiteX2" fmla="*/ 0 w 147034"/>
              <a:gd name="connsiteY2" fmla="*/ 121220 h 1771650"/>
              <a:gd name="connsiteX3" fmla="*/ 146776 w 147034"/>
              <a:gd name="connsiteY3" fmla="*/ 364791 h 1771650"/>
              <a:gd name="connsiteX4" fmla="*/ 144639 w 147034"/>
              <a:gd name="connsiteY4" fmla="*/ 1771650 h 1771650"/>
              <a:gd name="connsiteX0" fmla="*/ 138289 w 144639"/>
              <a:gd name="connsiteY0" fmla="*/ 0 h 1771650"/>
              <a:gd name="connsiteX1" fmla="*/ 137490 w 144639"/>
              <a:gd name="connsiteY1" fmla="*/ 122556 h 1771650"/>
              <a:gd name="connsiteX2" fmla="*/ 0 w 144639"/>
              <a:gd name="connsiteY2" fmla="*/ 121220 h 1771650"/>
              <a:gd name="connsiteX3" fmla="*/ 140366 w 144639"/>
              <a:gd name="connsiteY3" fmla="*/ 362655 h 1771650"/>
              <a:gd name="connsiteX4" fmla="*/ 144639 w 144639"/>
              <a:gd name="connsiteY4" fmla="*/ 1771650 h 1771650"/>
              <a:gd name="connsiteX0" fmla="*/ 138289 w 145050"/>
              <a:gd name="connsiteY0" fmla="*/ 0 h 1771650"/>
              <a:gd name="connsiteX1" fmla="*/ 137490 w 145050"/>
              <a:gd name="connsiteY1" fmla="*/ 122556 h 1771650"/>
              <a:gd name="connsiteX2" fmla="*/ 0 w 145050"/>
              <a:gd name="connsiteY2" fmla="*/ 121220 h 1771650"/>
              <a:gd name="connsiteX3" fmla="*/ 144640 w 145050"/>
              <a:gd name="connsiteY3" fmla="*/ 360518 h 1771650"/>
              <a:gd name="connsiteX4" fmla="*/ 144639 w 145050"/>
              <a:gd name="connsiteY4" fmla="*/ 177165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050" h="1771650">
                <a:moveTo>
                  <a:pt x="138289" y="0"/>
                </a:moveTo>
                <a:cubicBezTo>
                  <a:pt x="138023" y="40852"/>
                  <a:pt x="137756" y="81704"/>
                  <a:pt x="137490" y="122556"/>
                </a:cubicBezTo>
                <a:lnTo>
                  <a:pt x="0" y="121220"/>
                </a:lnTo>
                <a:lnTo>
                  <a:pt x="144640" y="360518"/>
                </a:lnTo>
                <a:cubicBezTo>
                  <a:pt x="146064" y="838017"/>
                  <a:pt x="143215" y="1294151"/>
                  <a:pt x="144639" y="1771650"/>
                </a:cubicBezTo>
              </a:path>
            </a:pathLst>
          </a:cu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800" dirty="0"/>
              <a:t>  </a:t>
            </a:r>
          </a:p>
        </p:txBody>
      </p:sp>
      <p:sp>
        <p:nvSpPr>
          <p:cNvPr id="5" name="Tijdelijke aanduiding voor tekst 33"/>
          <p:cNvSpPr>
            <a:spLocks noGrp="1"/>
          </p:cNvSpPr>
          <p:nvPr>
            <p:ph type="body" sz="quarter" idx="13"/>
          </p:nvPr>
        </p:nvSpPr>
        <p:spPr>
          <a:xfrm>
            <a:off x="1293831" y="1434321"/>
            <a:ext cx="2530024" cy="5070692"/>
          </a:xfrm>
        </p:spPr>
        <p:txBody>
          <a:bodyPr>
            <a:noAutofit/>
          </a:bodyPr>
          <a:lstStyle>
            <a:lvl1pPr>
              <a:lnSpc>
                <a:spcPct val="70000"/>
              </a:lnSpc>
              <a:defRPr sz="6750" b="1" i="0" cap="all" baseline="0">
                <a:solidFill>
                  <a:srgbClr val="0033A0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Tijdelijke aanduiding voor tekst 3"/>
          <p:cNvSpPr>
            <a:spLocks noGrp="1"/>
          </p:cNvSpPr>
          <p:nvPr>
            <p:ph type="body" sz="quarter" idx="14"/>
          </p:nvPr>
        </p:nvSpPr>
        <p:spPr>
          <a:xfrm>
            <a:off x="4281789" y="1672724"/>
            <a:ext cx="4233561" cy="34671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2904438"/>
      </p:ext>
    </p:extLst>
  </p:cSld>
  <p:clrMapOvr>
    <a:masterClrMapping/>
  </p:clrMapOvr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, ondertitel en tekst met patro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3"/>
          <p:cNvSpPr>
            <a:spLocks noGrp="1"/>
          </p:cNvSpPr>
          <p:nvPr>
            <p:ph type="title" hasCustomPrompt="1"/>
          </p:nvPr>
        </p:nvSpPr>
        <p:spPr>
          <a:xfrm>
            <a:off x="548878" y="2344000"/>
            <a:ext cx="2311384" cy="597274"/>
          </a:xfrm>
          <a:solidFill>
            <a:schemeClr val="accent2"/>
          </a:solidFill>
        </p:spPr>
        <p:txBody>
          <a:bodyPr tIns="36000" bIns="0"/>
          <a:lstStyle>
            <a:lvl1pPr>
              <a:defRPr sz="4050" strike="noStrike" baseline="0"/>
            </a:lvl1pPr>
          </a:lstStyle>
          <a:p>
            <a:r>
              <a:rPr lang="nl-NL" dirty="0"/>
              <a:t>DANK U</a:t>
            </a:r>
          </a:p>
        </p:txBody>
      </p:sp>
      <p:sp>
        <p:nvSpPr>
          <p:cNvPr id="2" name="Rechthoek 1"/>
          <p:cNvSpPr/>
          <p:nvPr/>
        </p:nvSpPr>
        <p:spPr>
          <a:xfrm>
            <a:off x="0" y="4871804"/>
            <a:ext cx="9144000" cy="1971207"/>
          </a:xfrm>
          <a:prstGeom prst="rect">
            <a:avLst/>
          </a:prstGeom>
          <a:solidFill>
            <a:schemeClr val="bg1"/>
          </a:solidFill>
          <a:ln w="603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rgbClr val="0033A0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sp>
        <p:nvSpPr>
          <p:cNvPr id="39" name="Tijdelijke aanduiding voor tekst 16"/>
          <p:cNvSpPr>
            <a:spLocks noGrp="1" noChangeAspect="1"/>
          </p:cNvSpPr>
          <p:nvPr>
            <p:ph type="body" sz="quarter" idx="14" hasCustomPrompt="1"/>
          </p:nvPr>
        </p:nvSpPr>
        <p:spPr>
          <a:xfrm>
            <a:off x="389396" y="4961748"/>
            <a:ext cx="2673505" cy="1666661"/>
          </a:xfrm>
          <a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/>
            <a:r>
              <a:rPr lang="en-GB" dirty="0"/>
              <a:t> </a:t>
            </a:r>
          </a:p>
        </p:txBody>
      </p:sp>
      <p:sp>
        <p:nvSpPr>
          <p:cNvPr id="40" name="Vrije vorm 39"/>
          <p:cNvSpPr/>
          <p:nvPr/>
        </p:nvSpPr>
        <p:spPr>
          <a:xfrm>
            <a:off x="7178040" y="-8513"/>
            <a:ext cx="1984470" cy="6866513"/>
          </a:xfrm>
          <a:custGeom>
            <a:avLst/>
            <a:gdLst>
              <a:gd name="connsiteX0" fmla="*/ 0 w 1935678"/>
              <a:gd name="connsiteY0" fmla="*/ 0 h 5023262"/>
              <a:gd name="connsiteX1" fmla="*/ 1935678 w 1935678"/>
              <a:gd name="connsiteY1" fmla="*/ 0 h 5023262"/>
              <a:gd name="connsiteX2" fmla="*/ 1935678 w 1935678"/>
              <a:gd name="connsiteY2" fmla="*/ 5023262 h 5023262"/>
              <a:gd name="connsiteX3" fmla="*/ 0 w 1935678"/>
              <a:gd name="connsiteY3" fmla="*/ 0 h 502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35678" h="5023262">
                <a:moveTo>
                  <a:pt x="0" y="0"/>
                </a:moveTo>
                <a:lnTo>
                  <a:pt x="1935678" y="0"/>
                </a:lnTo>
                <a:lnTo>
                  <a:pt x="1935678" y="502326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00"/>
          </a:p>
        </p:txBody>
      </p:sp>
    </p:spTree>
    <p:extLst>
      <p:ext uri="{BB962C8B-B14F-4D97-AF65-F5344CB8AC3E}">
        <p14:creationId xmlns:p14="http://schemas.microsoft.com/office/powerpoint/2010/main" val="1729499730"/>
      </p:ext>
    </p:extLst>
  </p:cSld>
  <p:clrMapOvr>
    <a:masterClrMapping/>
  </p:clrMapOvr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E633F6E-8BAC-425D-ABC9-AE1913CA16D1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484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6" y="824311"/>
            <a:ext cx="4199914" cy="3012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268413"/>
            <a:ext cx="4038600" cy="485775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68413"/>
            <a:ext cx="4038600" cy="485775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24440"/>
      </p:ext>
    </p:extLst>
  </p:cSld>
  <p:clrMapOvr>
    <a:masterClrMapping/>
  </p:clrMapOvr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6" y="824311"/>
            <a:ext cx="4199914" cy="3012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268413"/>
            <a:ext cx="8229600" cy="4857750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2167096"/>
      </p:ext>
    </p:extLst>
  </p:cSld>
  <p:clrMapOvr>
    <a:masterClrMapping/>
  </p:clrMapOvr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80EDC0-6AA9-4D25-A0FA-AE908B7978A8}" type="datetimeFigureOut">
              <a:rPr lang="en-US"/>
              <a:pPr>
                <a:defRPr/>
              </a:pPr>
              <a:t>17-May-26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4CE896-BB8B-4134-820A-6D01708D8A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8844977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57200" y="1447800"/>
            <a:ext cx="8080375" cy="1752600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2800"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3638"/>
            <a:ext cx="2895600" cy="457200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34402DA-40A4-448A-902E-BF33ED79852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3685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1">
                <a:tint val="93000"/>
                <a:satMod val="150000"/>
                <a:shade val="98000"/>
                <a:lumMod val="102000"/>
              </a:schemeClr>
            </a:gs>
            <a:gs pos="79000">
              <a:schemeClr val="bg1">
                <a:tint val="98000"/>
                <a:satMod val="130000"/>
                <a:shade val="90000"/>
                <a:lumMod val="12000"/>
                <a:lumOff val="88000"/>
              </a:schemeClr>
            </a:gs>
            <a:gs pos="92000">
              <a:schemeClr val="bg1">
                <a:lumMod val="93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hoek 11"/>
          <p:cNvSpPr/>
          <p:nvPr/>
        </p:nvSpPr>
        <p:spPr>
          <a:xfrm>
            <a:off x="0" y="5976013"/>
            <a:ext cx="9144000" cy="8676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algn="ctr" rotWithShape="0">
              <a:schemeClr val="tx1">
                <a:alpha val="1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48879" y="721986"/>
            <a:ext cx="846239" cy="301227"/>
          </a:xfrm>
          <a:prstGeom prst="rect">
            <a:avLst/>
          </a:prstGeom>
          <a:solidFill>
            <a:schemeClr val="accent2"/>
          </a:solidFill>
        </p:spPr>
        <p:txBody>
          <a:bodyPr vert="horz" wrap="none" lIns="0" tIns="36000" rIns="144000" bIns="36000" rtlCol="0" anchor="b">
            <a:spAutoFit/>
          </a:bodyPr>
          <a:lstStyle/>
          <a:p>
            <a:r>
              <a:rPr lang="nl-NL" dirty="0"/>
              <a:t>Titel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478684" y="2026507"/>
            <a:ext cx="7962524" cy="3422774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6457950" y="6265518"/>
            <a:ext cx="2057400" cy="1565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accent2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endParaRPr lang="en-US" altLang="en-US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457950" y="6418140"/>
            <a:ext cx="2057400" cy="1737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fld id="{A59D5EB7-C007-4A16-9CAB-DB30F8F386FB}" type="slidenum">
              <a:rPr lang="en-US" altLang="en-US" smtClean="0"/>
              <a:pPr/>
              <a:t>‹#›</a:t>
            </a:fld>
            <a:endParaRPr lang="en-US" altLang="en-US"/>
          </a:p>
        </p:txBody>
      </p:sp>
      <p:pic>
        <p:nvPicPr>
          <p:cNvPr id="11" name="Afbeelding 10"/>
          <p:cNvPicPr>
            <a:picLocks noChangeAspect="1"/>
          </p:cNvPicPr>
          <p:nvPr/>
        </p:nvPicPr>
        <p:blipFill rotWithShape="1">
          <a:blip r:embed="rId3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6072" y="6074869"/>
            <a:ext cx="1540264" cy="612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7490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2" r:id="rId30"/>
    <p:sldLayoutId id="2147483694" r:id="rId31"/>
    <p:sldLayoutId id="2147483695" r:id="rId32"/>
    <p:sldLayoutId id="2147483698" r:id="rId33"/>
    <p:sldLayoutId id="2147483699" r:id="rId34"/>
  </p:sldLayoutIdLst>
  <p:hf hdr="0" ftr="0" dt="0"/>
  <p:txStyles>
    <p:titleStyle>
      <a:lvl1pPr marL="100013" indent="0" algn="l" defTabSz="685783" rtl="0" eaLnBrk="1" latinLnBrk="0" hangingPunct="1">
        <a:lnSpc>
          <a:spcPct val="90000"/>
        </a:lnSpc>
        <a:spcBef>
          <a:spcPct val="0"/>
        </a:spcBef>
        <a:buNone/>
        <a:tabLst/>
        <a:defRPr sz="1650" kern="1200" cap="all" baseline="0">
          <a:solidFill>
            <a:schemeClr val="bg1"/>
          </a:solidFill>
          <a:latin typeface="Verdana" charset="0"/>
          <a:ea typeface="Verdana" charset="0"/>
          <a:cs typeface="Verdana" charset="0"/>
        </a:defRPr>
      </a:lvl1pPr>
    </p:titleStyle>
    <p:bodyStyle>
      <a:lvl1pPr marL="0" indent="0" algn="l" defTabSz="685783" rtl="0" eaLnBrk="1" latinLnBrk="0" hangingPunct="1">
        <a:lnSpc>
          <a:spcPct val="95000"/>
        </a:lnSpc>
        <a:spcBef>
          <a:spcPts val="750"/>
        </a:spcBef>
        <a:spcAft>
          <a:spcPts val="750"/>
        </a:spcAft>
        <a:buFont typeface="Arial" charset="0"/>
        <a:buNone/>
        <a:defRPr sz="1200" kern="1200">
          <a:solidFill>
            <a:schemeClr val="accent1"/>
          </a:solidFill>
          <a:latin typeface="Verdana" charset="0"/>
          <a:ea typeface="Verdana" charset="0"/>
          <a:cs typeface="Verdana" charset="0"/>
        </a:defRPr>
      </a:lvl1pPr>
      <a:lvl2pPr marL="201216" indent="-192881" algn="l" defTabSz="685783" rtl="0" eaLnBrk="1" latinLnBrk="0" hangingPunct="1">
        <a:lnSpc>
          <a:spcPct val="95000"/>
        </a:lnSpc>
        <a:spcBef>
          <a:spcPts val="375"/>
        </a:spcBef>
        <a:buClr>
          <a:srgbClr val="FF5000"/>
        </a:buClr>
        <a:buSzPct val="90000"/>
        <a:buFont typeface="LucidaGrande" charset="0"/>
        <a:buChar char="▶︎"/>
        <a:tabLst/>
        <a:defRPr sz="1050" kern="1200">
          <a:solidFill>
            <a:schemeClr val="accent1"/>
          </a:solidFill>
          <a:latin typeface="Verdana" charset="0"/>
          <a:ea typeface="Verdana" charset="0"/>
          <a:cs typeface="Verdana" charset="0"/>
        </a:defRPr>
      </a:lvl2pPr>
      <a:lvl3pPr marL="503635" indent="-165497" algn="l" defTabSz="685783" rtl="0" eaLnBrk="1" latinLnBrk="0" hangingPunct="1">
        <a:lnSpc>
          <a:spcPct val="95000"/>
        </a:lnSpc>
        <a:spcBef>
          <a:spcPts val="375"/>
        </a:spcBef>
        <a:buClr>
          <a:schemeClr val="bg1">
            <a:lumMod val="50000"/>
          </a:schemeClr>
        </a:buClr>
        <a:buSzPct val="90000"/>
        <a:buFont typeface="LucidaGrande" charset="0"/>
        <a:buChar char="▶︎"/>
        <a:tabLst/>
        <a:defRPr sz="1050" kern="1200">
          <a:solidFill>
            <a:schemeClr val="accent1"/>
          </a:solidFill>
          <a:latin typeface="Verdana" charset="0"/>
          <a:ea typeface="Verdana" charset="0"/>
          <a:cs typeface="Verdana" charset="0"/>
        </a:defRPr>
      </a:lvl3pPr>
      <a:lvl4pPr marL="804863" indent="-164306" algn="l" defTabSz="685783" rtl="0" eaLnBrk="1" latinLnBrk="0" hangingPunct="1">
        <a:lnSpc>
          <a:spcPct val="95000"/>
        </a:lnSpc>
        <a:spcBef>
          <a:spcPts val="375"/>
        </a:spcBef>
        <a:buClr>
          <a:srgbClr val="FF5000"/>
        </a:buClr>
        <a:buFont typeface="Arial"/>
        <a:buChar char="•"/>
        <a:tabLst/>
        <a:defRPr sz="1050" kern="1200">
          <a:solidFill>
            <a:schemeClr val="accent1"/>
          </a:solidFill>
          <a:latin typeface="Verdana" charset="0"/>
          <a:ea typeface="Verdana" charset="0"/>
          <a:cs typeface="Verdana" charset="0"/>
        </a:defRPr>
      </a:lvl4pPr>
      <a:lvl5pPr marL="1107281" indent="-173831" algn="l" defTabSz="685783" rtl="0" eaLnBrk="1" latinLnBrk="0" hangingPunct="1">
        <a:lnSpc>
          <a:spcPct val="95000"/>
        </a:lnSpc>
        <a:spcBef>
          <a:spcPts val="375"/>
        </a:spcBef>
        <a:buClr>
          <a:schemeClr val="bg1">
            <a:lumMod val="50000"/>
          </a:schemeClr>
        </a:buClr>
        <a:buFont typeface="Arial"/>
        <a:buChar char="•"/>
        <a:tabLst/>
        <a:defRPr sz="1050" kern="1200">
          <a:solidFill>
            <a:schemeClr val="accent1"/>
          </a:solidFill>
          <a:latin typeface="Verdana" charset="0"/>
          <a:ea typeface="Verdana" charset="0"/>
          <a:cs typeface="Verdana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054981" y="1480131"/>
            <a:ext cx="4274936" cy="436805"/>
          </a:xfrm>
        </p:spPr>
        <p:txBody>
          <a:bodyPr/>
          <a:lstStyle/>
          <a:p>
            <a:r>
              <a:rPr lang="en-US" dirty="0"/>
              <a:t>Embedded AI (</a:t>
            </a:r>
            <a:r>
              <a:rPr lang="en-US" dirty="0" err="1"/>
              <a:t>tinyML</a:t>
            </a:r>
            <a:r>
              <a:rPr lang="en-US" dirty="0"/>
              <a:t>) for road object detection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95FEE99-03E7-50CE-0342-8E85A5586A98}"/>
              </a:ext>
            </a:extLst>
          </p:cNvPr>
          <p:cNvSpPr txBox="1">
            <a:spLocks/>
          </p:cNvSpPr>
          <p:nvPr/>
        </p:nvSpPr>
        <p:spPr>
          <a:xfrm>
            <a:off x="2505324" y="5312943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  <p:pic>
        <p:nvPicPr>
          <p:cNvPr id="1026" name="Picture 2" descr="Use of Bounding Box Annotations is Important for Object Detection">
            <a:extLst>
              <a:ext uri="{FF2B5EF4-FFF2-40B4-BE49-F238E27FC236}">
                <a16:creationId xmlns:a16="http://schemas.microsoft.com/office/drawing/2014/main" id="{F995A76F-BFB8-4F79-57A0-AE1776D9D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3031" y="1852372"/>
            <a:ext cx="5433955" cy="3018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5638EA1-F162-1D0D-2759-C9AC2D87E656}"/>
              </a:ext>
            </a:extLst>
          </p:cNvPr>
          <p:cNvSpPr txBox="1"/>
          <p:nvPr/>
        </p:nvSpPr>
        <p:spPr>
          <a:xfrm>
            <a:off x="1518057" y="4872684"/>
            <a:ext cx="60578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Source https://www.anolytics.ai/blog/use-of-bounding-box-annotations-is-important-for-object-detection/</a:t>
            </a:r>
          </a:p>
        </p:txBody>
      </p:sp>
    </p:spTree>
    <p:extLst>
      <p:ext uri="{BB962C8B-B14F-4D97-AF65-F5344CB8AC3E}">
        <p14:creationId xmlns:p14="http://schemas.microsoft.com/office/powerpoint/2010/main" val="1567841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82166-848A-8084-4D62-0C966245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12823E-B9A7-63D2-D995-AC2C02682F6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2</a:t>
            </a:fld>
            <a:endParaRPr lang="en-US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969D1-74E7-10C3-5272-B6D15FAD8F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715" y="1465954"/>
            <a:ext cx="7370262" cy="1149499"/>
          </a:xfrm>
        </p:spPr>
        <p:txBody>
          <a:bodyPr/>
          <a:lstStyle/>
          <a:p>
            <a:r>
              <a:rPr lang="en-US" b="1" dirty="0"/>
              <a:t>The Problem </a:t>
            </a:r>
          </a:p>
          <a:p>
            <a:r>
              <a:rPr lang="en-US" dirty="0"/>
              <a:t>Traditional AI requires a lot of computing power. To perform object detection today, most systems rely on power-hungry GPUs or expensive cloud latency. This is a deal-breaker for edge cloud for smart cities, remote monitoring, and battery-operated IoT.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6CE299-809B-50D1-D0CA-0E7192BBCD2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78DD68F-F3E4-F025-F8D6-B8ADC5B7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1BDDDE0-CDF2-D103-D5DD-EAE44CEDE1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0B27C88-6B5A-810F-C52A-AA2D061F756C}"/>
              </a:ext>
            </a:extLst>
          </p:cNvPr>
          <p:cNvSpPr txBox="1">
            <a:spLocks/>
          </p:cNvSpPr>
          <p:nvPr/>
        </p:nvSpPr>
        <p:spPr>
          <a:xfrm>
            <a:off x="5923430" y="6373906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C7FA41-811D-786B-34A2-FE4923B6384E}"/>
              </a:ext>
            </a:extLst>
          </p:cNvPr>
          <p:cNvSpPr txBox="1">
            <a:spLocks/>
          </p:cNvSpPr>
          <p:nvPr/>
        </p:nvSpPr>
        <p:spPr>
          <a:xfrm>
            <a:off x="494027" y="3124425"/>
            <a:ext cx="7370262" cy="1149499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b="1" dirty="0"/>
              <a:t>The Value Proposition</a:t>
            </a:r>
          </a:p>
          <a:p>
            <a:pPr fontAlgn="auto"/>
            <a:r>
              <a:rPr lang="en-US" dirty="0"/>
              <a:t>Embedded machine learning has emerged as an effective approach for enabling intelligent perception on low-power devices with limited memory and computational capacity</a:t>
            </a:r>
          </a:p>
        </p:txBody>
      </p:sp>
    </p:spTree>
    <p:extLst>
      <p:ext uri="{BB962C8B-B14F-4D97-AF65-F5344CB8AC3E}">
        <p14:creationId xmlns:p14="http://schemas.microsoft.com/office/powerpoint/2010/main" val="2433841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9C537-B776-70BE-5DAD-7776FBDA5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B56E07-D53B-DBB3-81B8-63A9146C53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C101D-A6C9-46E0-CC0A-837B083FA0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626" y="1387982"/>
            <a:ext cx="7370262" cy="3269078"/>
          </a:xfrm>
        </p:spPr>
        <p:txBody>
          <a:bodyPr/>
          <a:lstStyle/>
          <a:p>
            <a:r>
              <a:rPr lang="en-US" b="1" dirty="0"/>
              <a:t>FOMO (Faster Objects, More Objects) </a:t>
            </a:r>
            <a:r>
              <a:rPr lang="en-US" b="1" dirty="0" err="1"/>
              <a:t>MobileNet</a:t>
            </a:r>
            <a:r>
              <a:rPr lang="en-US" b="1" dirty="0"/>
              <a:t> – What it is and Advantages</a:t>
            </a:r>
          </a:p>
          <a:p>
            <a:r>
              <a:rPr lang="en-US" dirty="0"/>
              <a:t>Conventional object detection methods attempt to predict bounding boxes by estimating the precise width and height of each object, a process that imposes considerable computational and memory overhead. FOMO reduces this burden by simplifying assumptions</a:t>
            </a:r>
          </a:p>
          <a:p>
            <a:r>
              <a:rPr lang="en-US" dirty="0"/>
              <a:t>Why it’s preferred for the ESP32-S3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Speed: FOMO is roughly 30x faster than </a:t>
            </a:r>
            <a:r>
              <a:rPr lang="en-US" dirty="0" err="1"/>
              <a:t>MobileNet</a:t>
            </a:r>
            <a:r>
              <a:rPr lang="en-US" dirty="0"/>
              <a:t> SSD. On the ESP32-S3, you can achieve 10–20 frames per second, whereas YOLO might take several seconds per frame.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Memory: It can run in less than 200KB of RAM. Since the ESP32-S3 has 512KB, this leaves plenty of room for your camera buffer and other code logic.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Counting: Because it works on a grid, it is naturally very good at counting many objects (like multiple cars in a parking lot) without needing the complex "Non-Maximum Suppression" math that YOLO requires.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9935C-B40B-21DF-0E48-96CA532C56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452929-0687-A2E7-753A-37CC5B16F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46AF6FD-0DFC-0B68-0356-FA35D08A8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F26CE21-7B12-D5BE-B0AD-E2547B7F8DBF}"/>
              </a:ext>
            </a:extLst>
          </p:cNvPr>
          <p:cNvSpPr txBox="1">
            <a:spLocks/>
          </p:cNvSpPr>
          <p:nvPr/>
        </p:nvSpPr>
        <p:spPr>
          <a:xfrm>
            <a:off x="5923430" y="6373906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</p:spTree>
    <p:extLst>
      <p:ext uri="{BB962C8B-B14F-4D97-AF65-F5344CB8AC3E}">
        <p14:creationId xmlns:p14="http://schemas.microsoft.com/office/powerpoint/2010/main" val="1320626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D5BDB-4E0D-17CD-CA77-21CFEC668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2C0EAB-9EAE-05CF-5802-AE2DD5A492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28B6C0-809C-4F24-9BB4-2034146B25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626" y="1387982"/>
            <a:ext cx="7370262" cy="2567330"/>
          </a:xfrm>
        </p:spPr>
        <p:txBody>
          <a:bodyPr/>
          <a:lstStyle/>
          <a:p>
            <a:r>
              <a:rPr lang="en-US" b="1" dirty="0"/>
              <a:t>FOMO (Faster Objects, More Objects) </a:t>
            </a:r>
            <a:r>
              <a:rPr lang="en-US" b="1" dirty="0" err="1"/>
              <a:t>MobileNet</a:t>
            </a:r>
            <a:r>
              <a:rPr lang="en-US" b="1" dirty="0"/>
              <a:t> - Drawbacks </a:t>
            </a:r>
          </a:p>
          <a:p>
            <a:r>
              <a:rPr lang="en-US" dirty="0"/>
              <a:t>The advantages are achieved at the cost of several limitations.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No Size Detection: FOMO won't tell if a car is "large" or "small" in the frame. It assumes all objects are roughly the same size as the grid cells.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Minimum Distance: If two objects are so close that their centers fall into the same grid cell, FOMO will only count them as one object.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Square Assumption: FOMO works best when objects are somewhat square or circular. Extremely long, thin objects can sometimes confuse the grid. 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EC5D56-8E61-4706-1F84-451128E265E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B9794B7-062A-C48E-0ED4-9B4579C7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88616607-8E85-ED1E-2724-EA1736F392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C5A4FC5-63B5-48CF-7F6B-4DCAA6AE6514}"/>
              </a:ext>
            </a:extLst>
          </p:cNvPr>
          <p:cNvSpPr txBox="1">
            <a:spLocks/>
          </p:cNvSpPr>
          <p:nvPr/>
        </p:nvSpPr>
        <p:spPr>
          <a:xfrm>
            <a:off x="5923430" y="6373906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</p:spTree>
    <p:extLst>
      <p:ext uri="{BB962C8B-B14F-4D97-AF65-F5344CB8AC3E}">
        <p14:creationId xmlns:p14="http://schemas.microsoft.com/office/powerpoint/2010/main" val="1806895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D29E-73F1-89B3-7598-92559DF11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F9F7F-9403-F910-4374-1842625A68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30332-A1C4-15FC-CC24-688EE99E39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626" y="1387982"/>
            <a:ext cx="7370262" cy="2567330"/>
          </a:xfrm>
        </p:spPr>
        <p:txBody>
          <a:bodyPr/>
          <a:lstStyle/>
          <a:p>
            <a:r>
              <a:rPr lang="en-US" b="1" dirty="0"/>
              <a:t>TensorFlow Lite for Microcontrollers (TFLM)</a:t>
            </a:r>
          </a:p>
          <a:p>
            <a:r>
              <a:rPr lang="en-US" dirty="0"/>
              <a:t>Standard </a:t>
            </a:r>
            <a:r>
              <a:rPr lang="en-US" dirty="0" err="1"/>
              <a:t>TFLite</a:t>
            </a:r>
            <a:r>
              <a:rPr lang="en-US" dirty="0"/>
              <a:t> Micro is an interpreter-based runtime. When ESP32 boots up, </a:t>
            </a:r>
            <a:r>
              <a:rPr lang="en-US" dirty="0" err="1"/>
              <a:t>TFLite</a:t>
            </a:r>
            <a:r>
              <a:rPr lang="en-US" dirty="0"/>
              <a:t> allocates a chunk of RAM (aka the tensor arena), loads the model dynamically from a .</a:t>
            </a:r>
            <a:r>
              <a:rPr lang="en-US" dirty="0" err="1"/>
              <a:t>tflite</a:t>
            </a:r>
            <a:r>
              <a:rPr lang="en-US" dirty="0"/>
              <a:t> </a:t>
            </a:r>
            <a:r>
              <a:rPr lang="en-US" dirty="0" err="1"/>
              <a:t>flatbuffer</a:t>
            </a:r>
            <a:r>
              <a:rPr lang="en-US" dirty="0"/>
              <a:t> file, parses the model graph at runtime, and maps out how to route data through the layers. </a:t>
            </a:r>
          </a:p>
          <a:p>
            <a:r>
              <a:rPr lang="en-US" dirty="0"/>
              <a:t>The interpreter itself takes up valuable Flash space, and the generic graph overhead eats up RAM. 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1CB29-4DC4-56EA-CE70-CEB28C9A3C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8BBBBF3-9E66-4952-5FAF-C00BDC3ED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49683913-DD32-8272-F2CF-6C5B915355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9AAA1DF-A8F7-5FCF-4A25-C8FFCBF14D75}"/>
              </a:ext>
            </a:extLst>
          </p:cNvPr>
          <p:cNvSpPr txBox="1">
            <a:spLocks/>
          </p:cNvSpPr>
          <p:nvPr/>
        </p:nvSpPr>
        <p:spPr>
          <a:xfrm>
            <a:off x="5923430" y="6373906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</p:spTree>
    <p:extLst>
      <p:ext uri="{BB962C8B-B14F-4D97-AF65-F5344CB8AC3E}">
        <p14:creationId xmlns:p14="http://schemas.microsoft.com/office/powerpoint/2010/main" val="3341678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11063-0EF8-4CE4-687D-766738F62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27C88-C81B-B46D-2307-2FF7737E51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C78E8-26F9-8970-3B95-0A9DF6920D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626" y="1387982"/>
            <a:ext cx="7370262" cy="2567330"/>
          </a:xfrm>
        </p:spPr>
        <p:txBody>
          <a:bodyPr/>
          <a:lstStyle/>
          <a:p>
            <a:r>
              <a:rPr lang="en-US" b="1" dirty="0"/>
              <a:t>TensorFlow Lite for Microcontrollers (TFLM)</a:t>
            </a:r>
          </a:p>
          <a:p>
            <a:r>
              <a:rPr lang="en-US" dirty="0"/>
              <a:t>Standard </a:t>
            </a:r>
            <a:r>
              <a:rPr lang="en-US" dirty="0" err="1"/>
              <a:t>TFLite</a:t>
            </a:r>
            <a:r>
              <a:rPr lang="en-US" dirty="0"/>
              <a:t> Micro is an interpreter-based runtime. When ESP32 boots up, </a:t>
            </a:r>
            <a:r>
              <a:rPr lang="en-US" dirty="0" err="1"/>
              <a:t>TFLite</a:t>
            </a:r>
            <a:r>
              <a:rPr lang="en-US" dirty="0"/>
              <a:t> allocates a chunk of RAM (aka the tensor arena), loads the model dynamically from a .</a:t>
            </a:r>
            <a:r>
              <a:rPr lang="en-US" dirty="0" err="1"/>
              <a:t>tflite</a:t>
            </a:r>
            <a:r>
              <a:rPr lang="en-US" dirty="0"/>
              <a:t> </a:t>
            </a:r>
            <a:r>
              <a:rPr lang="en-US" dirty="0" err="1"/>
              <a:t>flatbuffer</a:t>
            </a:r>
            <a:r>
              <a:rPr lang="en-US" dirty="0"/>
              <a:t> file, parses the model graph at runtime, and maps out how to route data through the layers. </a:t>
            </a:r>
          </a:p>
          <a:p>
            <a:r>
              <a:rPr lang="en-US" dirty="0"/>
              <a:t>The interpreter itself takes up valuable Flash space, and the generic graph overhead eats up RAM. 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2ECB4-D438-BE8F-9862-B509BD31C2B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9F16697-3DDD-6E83-D7D7-A89CA5BE3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A1BB2027-9D2A-E32D-88DE-E2761B236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245F4F1-FED3-D18F-C233-F92196F2A3E9}"/>
              </a:ext>
            </a:extLst>
          </p:cNvPr>
          <p:cNvSpPr txBox="1">
            <a:spLocks/>
          </p:cNvSpPr>
          <p:nvPr/>
        </p:nvSpPr>
        <p:spPr>
          <a:xfrm>
            <a:off x="5923430" y="6373906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</p:spTree>
    <p:extLst>
      <p:ext uri="{BB962C8B-B14F-4D97-AF65-F5344CB8AC3E}">
        <p14:creationId xmlns:p14="http://schemas.microsoft.com/office/powerpoint/2010/main" val="14879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004D-6A59-7100-BB83-57C93FD2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26EDE6-04FD-CFD3-B9BD-8E68D0DA0E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59D5EB7-C007-4A16-9CAB-DB30F8F386FB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8F299-DE87-4CB3-FAE5-DADD6D9189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626" y="1387981"/>
            <a:ext cx="7370262" cy="4403219"/>
          </a:xfrm>
        </p:spPr>
        <p:txBody>
          <a:bodyPr/>
          <a:lstStyle/>
          <a:p>
            <a:r>
              <a:rPr lang="en-US" b="1" dirty="0"/>
              <a:t>Conclusion</a:t>
            </a:r>
          </a:p>
          <a:p>
            <a:r>
              <a:rPr lang="en-US" dirty="0"/>
              <a:t>By combining curated vehicle datasets, Edge Impulse’s FOMO architecture, grayscale preprocessing, and embedded-oriented optimization strategies, the Embedded ML object detection offers</a:t>
            </a:r>
          </a:p>
          <a:p>
            <a:r>
              <a:rPr lang="en-US" b="1" dirty="0"/>
              <a:t>Real-Time Responsiveness </a:t>
            </a:r>
            <a:r>
              <a:rPr lang="en-US" dirty="0"/>
              <a:t>(Ultra-Low Latency) for edge cloud and IoT: Processing happens at the source not at the central cloud</a:t>
            </a:r>
          </a:p>
          <a:p>
            <a:r>
              <a:rPr lang="en-US" b="1" dirty="0"/>
              <a:t>Cost Efficiency</a:t>
            </a:r>
            <a:r>
              <a:rPr lang="en-US" dirty="0"/>
              <a:t>: Battery-powered low cost MCUs reports "Spot Occupied" or "Spot Empty" using local inference, instead of expensive, high-speed cameras wired to a central computer</a:t>
            </a:r>
          </a:p>
          <a:p>
            <a:r>
              <a:rPr lang="en-US" b="1" dirty="0"/>
              <a:t>Privacy and Data Security </a:t>
            </a:r>
            <a:r>
              <a:rPr lang="en-US" dirty="0"/>
              <a:t>: Sensitive information stays on site instead of sending to central cloud. </a:t>
            </a:r>
          </a:p>
          <a:p>
            <a:r>
              <a:rPr lang="en-US" b="1" dirty="0"/>
              <a:t>Extreme Power Longevity: </a:t>
            </a:r>
            <a:r>
              <a:rPr lang="en-US" dirty="0"/>
              <a:t>Many real-world sensors are placed in locations where they cannot be plugged into a wall</a:t>
            </a:r>
          </a:p>
          <a:p>
            <a:r>
              <a:rPr lang="en-US" b="1" dirty="0"/>
              <a:t>Bandwidth Independence </a:t>
            </a:r>
            <a:r>
              <a:rPr lang="en-US" dirty="0"/>
              <a:t>: The device operates fully offline. No need to upload heavy image files to perform its task. A vehicle counter on a remote bridge to monitor structural load, can log traffic data for months and only sync the final "count" once a month via a low-bandwidth connection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4AE7A-B887-905B-0A8A-751854763E1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 rot="10800000">
            <a:off x="7955828" y="491427"/>
            <a:ext cx="1190534" cy="57577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1B861DC-EF76-AC56-809E-D9B04E9B3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96" y="491428"/>
            <a:ext cx="5265797" cy="308671"/>
          </a:xfrm>
        </p:spPr>
        <p:txBody>
          <a:bodyPr/>
          <a:lstStyle/>
          <a:p>
            <a:r>
              <a:rPr lang="en-US" dirty="0"/>
              <a:t>EMBEDDED AI: ROAD OBJECT DETECTION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2EE93788-8554-C35B-07FE-68BF479875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096" y="807943"/>
            <a:ext cx="5251694" cy="270065"/>
          </a:xfrm>
        </p:spPr>
        <p:txBody>
          <a:bodyPr/>
          <a:lstStyle/>
          <a:p>
            <a:r>
              <a:rPr lang="en-US" dirty="0"/>
              <a:t>Software and Engineering for Embedded Systems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75B6B95-1DFF-C62B-08BA-0FC08EB27867}"/>
              </a:ext>
            </a:extLst>
          </p:cNvPr>
          <p:cNvSpPr txBox="1">
            <a:spLocks/>
          </p:cNvSpPr>
          <p:nvPr/>
        </p:nvSpPr>
        <p:spPr>
          <a:xfrm>
            <a:off x="5923430" y="6373906"/>
            <a:ext cx="2212041" cy="316007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0" indent="0" algn="l" defTabSz="685783" rtl="0" eaLnBrk="1" latinLnBrk="0" hangingPunct="1">
              <a:lnSpc>
                <a:spcPct val="95000"/>
              </a:lnSpc>
              <a:spcBef>
                <a:spcPts val="750"/>
              </a:spcBef>
              <a:spcAft>
                <a:spcPts val="750"/>
              </a:spcAft>
              <a:buFont typeface="Arial" charset="0"/>
              <a:buNone/>
              <a:defRPr sz="120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201216" indent="-19288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2pPr>
            <a:lvl3pPr marL="503635" indent="-165497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SzPct val="90000"/>
              <a:buFont typeface="LucidaGrande" charset="0"/>
              <a:buChar char="▶︎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3pPr>
            <a:lvl4pPr marL="804863" indent="-164306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rgbClr val="FF5000"/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4pPr>
            <a:lvl5pPr marL="1107281" indent="-173831" algn="l" defTabSz="685783" rtl="0" eaLnBrk="1" latinLnBrk="0" hangingPunct="1">
              <a:lnSpc>
                <a:spcPct val="95000"/>
              </a:lnSpc>
              <a:spcBef>
                <a:spcPts val="375"/>
              </a:spcBef>
              <a:buClr>
                <a:schemeClr val="bg1">
                  <a:lumMod val="50000"/>
                </a:schemeClr>
              </a:buClr>
              <a:buFont typeface="Arial"/>
              <a:buChar char="•"/>
              <a:tabLst/>
              <a:defRPr sz="1050" kern="1200">
                <a:solidFill>
                  <a:schemeClr val="accent1"/>
                </a:solidFill>
                <a:latin typeface="Verdana" charset="0"/>
                <a:ea typeface="Verdana" charset="0"/>
                <a:cs typeface="Verdana" charset="0"/>
              </a:defRPr>
            </a:lvl5pPr>
            <a:lvl6pPr marL="1885903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7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/>
            <a:r>
              <a:rPr lang="en-US" dirty="0"/>
              <a:t>Deniz Dag &amp; Murat Kezlev</a:t>
            </a:r>
          </a:p>
        </p:txBody>
      </p:sp>
    </p:spTree>
    <p:extLst>
      <p:ext uri="{BB962C8B-B14F-4D97-AF65-F5344CB8AC3E}">
        <p14:creationId xmlns:p14="http://schemas.microsoft.com/office/powerpoint/2010/main" val="3381980452"/>
      </p:ext>
    </p:extLst>
  </p:cSld>
  <p:clrMapOvr>
    <a:masterClrMapping/>
  </p:clrMapOvr>
</p:sld>
</file>

<file path=ppt/theme/theme1.xml><?xml version="1.0" encoding="utf-8"?>
<a:theme xmlns:a="http://schemas.openxmlformats.org/drawingml/2006/main" name="1 VUB THEME">
  <a:themeElements>
    <a:clrScheme name="VUB 20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39F"/>
      </a:accent1>
      <a:accent2>
        <a:srgbClr val="FF6600"/>
      </a:accent2>
      <a:accent3>
        <a:srgbClr val="E7E6E5"/>
      </a:accent3>
      <a:accent4>
        <a:srgbClr val="4B4B4B"/>
      </a:accent4>
      <a:accent5>
        <a:srgbClr val="577EC1"/>
      </a:accent5>
      <a:accent6>
        <a:srgbClr val="FFAA8B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44450">
          <a:solidFill>
            <a:srgbClr val="0033A0"/>
          </a:solidFill>
        </a:ln>
      </a:spPr>
      <a:bodyPr rtlCol="0" anchor="ctr"/>
      <a:lstStyle>
        <a:defPPr algn="ctr">
          <a:defRPr sz="1600" dirty="0" err="1" smtClean="0">
            <a:solidFill>
              <a:srgbClr val="0033A0"/>
            </a:solidFill>
            <a:latin typeface="Verdana" charset="0"/>
            <a:ea typeface="Verdana" charset="0"/>
            <a:cs typeface="Verdana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mtClean="0">
            <a:solidFill>
              <a:srgbClr val="0033A0"/>
            </a:solidFill>
            <a:latin typeface="Verdana" charset="0"/>
            <a:ea typeface="Verdana" charset="0"/>
            <a:cs typeface="Verdana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VUB-tmp2017" id="{10DC50E6-1B59-A244-B26B-E5A459B5CBCA}" vid="{6CBD3AA6-F9C4-3943-A482-D8B422AB87A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d471751-9675-428d-917b-70f44f9630b0}" enabled="0" method="" siteId="{5d471751-9675-428d-917b-70f44f9630b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Virtualization</Template>
  <TotalTime>12950</TotalTime>
  <Words>827</Words>
  <Application>Microsoft Office PowerPoint</Application>
  <PresentationFormat>On-screen Show (4:3)</PresentationFormat>
  <Paragraphs>65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LucidaGrande</vt:lpstr>
      <vt:lpstr>Times New Roman</vt:lpstr>
      <vt:lpstr>Verdana</vt:lpstr>
      <vt:lpstr>Wingdings</vt:lpstr>
      <vt:lpstr>1 VUB THEME</vt:lpstr>
      <vt:lpstr>EMBEDDED AI: ROAD OBJECT DETECTION</vt:lpstr>
      <vt:lpstr>EMBEDDED AI: ROAD OBJECT DETECTION</vt:lpstr>
      <vt:lpstr>EMBEDDED AI: ROAD OBJECT DETECTION</vt:lpstr>
      <vt:lpstr>EMBEDDED AI: ROAD OBJECT DETECTION</vt:lpstr>
      <vt:lpstr>EMBEDDED AI: ROAD OBJECT DETECTION</vt:lpstr>
      <vt:lpstr>EMBEDDED AI: ROAD OBJECT DETECTION</vt:lpstr>
      <vt:lpstr>EMBEDDED AI: ROAD OBJECT DETECTION</vt:lpstr>
    </vt:vector>
  </TitlesOfParts>
  <Company>East Texas Data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</dc:title>
  <dc:creator>Steve  Armstrong</dc:creator>
  <cp:lastModifiedBy>Murat Kezlev (Nokia)</cp:lastModifiedBy>
  <cp:revision>631</cp:revision>
  <dcterms:created xsi:type="dcterms:W3CDTF">2000-11-09T14:47:58Z</dcterms:created>
  <dcterms:modified xsi:type="dcterms:W3CDTF">2026-05-16T22:56:10Z</dcterms:modified>
</cp:coreProperties>
</file>