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26" r:id="rId2"/>
    <p:sldId id="329" r:id="rId3"/>
    <p:sldId id="334" r:id="rId4"/>
    <p:sldId id="336" r:id="rId5"/>
    <p:sldId id="335" r:id="rId6"/>
    <p:sldId id="337" r:id="rId7"/>
    <p:sldId id="338" r:id="rId8"/>
    <p:sldId id="339" r:id="rId9"/>
    <p:sldId id="328" r:id="rId10"/>
    <p:sldId id="330" r:id="rId11"/>
    <p:sldId id="331" r:id="rId12"/>
    <p:sldId id="332" r:id="rId13"/>
    <p:sldId id="333" r:id="rId1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9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F"/>
    <a:srgbClr val="FF9900"/>
    <a:srgbClr val="3333CC"/>
    <a:srgbClr val="FF0000"/>
    <a:srgbClr val="FFFFFF"/>
    <a:srgbClr val="33CCFF"/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97" autoAdjust="0"/>
    <p:restoredTop sz="91734" autoAdjust="0"/>
  </p:normalViewPr>
  <p:slideViewPr>
    <p:cSldViewPr snapToGrid="0">
      <p:cViewPr varScale="1">
        <p:scale>
          <a:sx n="116" d="100"/>
          <a:sy n="116" d="100"/>
        </p:scale>
        <p:origin x="2248" y="184"/>
      </p:cViewPr>
      <p:guideLst>
        <p:guide orient="horz" pos="49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rat Kezlev (Nokia)" userId="a83bd9ac-c40a-470e-8a1f-5b7dcd9f0c19" providerId="ADAL" clId="{01368B9A-622F-4BCC-A181-246E4357B62E}"/>
    <pc:docChg chg="undo custSel addSld delSld modSld">
      <pc:chgData name="Murat Kezlev (Nokia)" userId="a83bd9ac-c40a-470e-8a1f-5b7dcd9f0c19" providerId="ADAL" clId="{01368B9A-622F-4BCC-A181-246E4357B62E}" dt="2026-05-16T22:56:07.029" v="591" actId="20577"/>
      <pc:docMkLst>
        <pc:docMk/>
      </pc:docMkLst>
      <pc:sldChg chg="addSp delSp modSp mod">
        <pc:chgData name="Murat Kezlev (Nokia)" userId="a83bd9ac-c40a-470e-8a1f-5b7dcd9f0c19" providerId="ADAL" clId="{01368B9A-622F-4BCC-A181-246E4357B62E}" dt="2026-05-16T22:19:23.137" v="44" actId="1076"/>
        <pc:sldMkLst>
          <pc:docMk/>
          <pc:sldMk cId="1567841433" sldId="326"/>
        </pc:sldMkLst>
        <pc:spChg chg="mod">
          <ac:chgData name="Murat Kezlev (Nokia)" userId="a83bd9ac-c40a-470e-8a1f-5b7dcd9f0c19" providerId="ADAL" clId="{01368B9A-622F-4BCC-A181-246E4357B62E}" dt="2026-05-16T22:19:15.836" v="43" actId="14100"/>
          <ac:spMkLst>
            <pc:docMk/>
            <pc:sldMk cId="1567841433" sldId="326"/>
            <ac:spMk id="3" creationId="{00000000-0000-0000-0000-000000000000}"/>
          </ac:spMkLst>
        </pc:spChg>
        <pc:spChg chg="mod">
          <ac:chgData name="Murat Kezlev (Nokia)" userId="a83bd9ac-c40a-470e-8a1f-5b7dcd9f0c19" providerId="ADAL" clId="{01368B9A-622F-4BCC-A181-246E4357B62E}" dt="2026-05-16T22:18:53.562" v="36" actId="1076"/>
          <ac:spMkLst>
            <pc:docMk/>
            <pc:sldMk cId="1567841433" sldId="326"/>
            <ac:spMk id="9" creationId="{C95FEE99-03E7-50CE-0342-8E85A5586A98}"/>
          </ac:spMkLst>
        </pc:spChg>
        <pc:spChg chg="del">
          <ac:chgData name="Murat Kezlev (Nokia)" userId="a83bd9ac-c40a-470e-8a1f-5b7dcd9f0c19" providerId="ADAL" clId="{01368B9A-622F-4BCC-A181-246E4357B62E}" dt="2026-05-16T22:09:47.063" v="1" actId="478"/>
          <ac:spMkLst>
            <pc:docMk/>
            <pc:sldMk cId="1567841433" sldId="326"/>
            <ac:spMk id="10" creationId="{51E20A91-A642-2ED5-D16B-C483D674B4D4}"/>
          </ac:spMkLst>
        </pc:spChg>
        <pc:spChg chg="add mod">
          <ac:chgData name="Murat Kezlev (Nokia)" userId="a83bd9ac-c40a-470e-8a1f-5b7dcd9f0c19" providerId="ADAL" clId="{01368B9A-622F-4BCC-A181-246E4357B62E}" dt="2026-05-16T22:19:23.137" v="44" actId="1076"/>
          <ac:spMkLst>
            <pc:docMk/>
            <pc:sldMk cId="1567841433" sldId="326"/>
            <ac:spMk id="12" creationId="{25638EA1-F162-1D0D-2759-C9AC2D87E656}"/>
          </ac:spMkLst>
        </pc:spChg>
        <pc:picChg chg="add mod">
          <ac:chgData name="Murat Kezlev (Nokia)" userId="a83bd9ac-c40a-470e-8a1f-5b7dcd9f0c19" providerId="ADAL" clId="{01368B9A-622F-4BCC-A181-246E4357B62E}" dt="2026-05-16T22:19:06.059" v="40" actId="1076"/>
          <ac:picMkLst>
            <pc:docMk/>
            <pc:sldMk cId="1567841433" sldId="326"/>
            <ac:picMk id="1026" creationId="{F995A76F-BFB8-4F79-57A0-AE1776D9DA95}"/>
          </ac:picMkLst>
        </pc:picChg>
      </pc:sldChg>
      <pc:sldChg chg="del">
        <pc:chgData name="Murat Kezlev (Nokia)" userId="a83bd9ac-c40a-470e-8a1f-5b7dcd9f0c19" providerId="ADAL" clId="{01368B9A-622F-4BCC-A181-246E4357B62E}" dt="2026-05-16T22:38:48.501" v="283" actId="47"/>
        <pc:sldMkLst>
          <pc:docMk/>
          <pc:sldMk cId="350273346" sldId="327"/>
        </pc:sldMkLst>
      </pc:sldChg>
      <pc:sldChg chg="delSp modSp mod">
        <pc:chgData name="Murat Kezlev (Nokia)" userId="a83bd9ac-c40a-470e-8a1f-5b7dcd9f0c19" providerId="ADAL" clId="{01368B9A-622F-4BCC-A181-246E4357B62E}" dt="2026-05-16T22:55:29.709" v="572" actId="20577"/>
        <pc:sldMkLst>
          <pc:docMk/>
          <pc:sldMk cId="1320626058" sldId="328"/>
        </pc:sldMkLst>
        <pc:spChg chg="mod">
          <ac:chgData name="Murat Kezlev (Nokia)" userId="a83bd9ac-c40a-470e-8a1f-5b7dcd9f0c19" providerId="ADAL" clId="{01368B9A-622F-4BCC-A181-246E4357B62E}" dt="2026-05-16T22:55:29.709" v="572" actId="20577"/>
          <ac:spMkLst>
            <pc:docMk/>
            <pc:sldMk cId="1320626058" sldId="328"/>
            <ac:spMk id="3" creationId="{771C101D-A6C9-46E0-CC0A-837B083FA0DE}"/>
          </ac:spMkLst>
        </pc:spChg>
        <pc:spChg chg="del mod">
          <ac:chgData name="Murat Kezlev (Nokia)" userId="a83bd9ac-c40a-470e-8a1f-5b7dcd9f0c19" providerId="ADAL" clId="{01368B9A-622F-4BCC-A181-246E4357B62E}" dt="2026-05-16T22:21:51.021" v="83" actId="478"/>
          <ac:spMkLst>
            <pc:docMk/>
            <pc:sldMk cId="1320626058" sldId="328"/>
            <ac:spMk id="10" creationId="{6F935C9C-AFB9-26CF-19DF-DC3644D433F1}"/>
          </ac:spMkLst>
        </pc:spChg>
      </pc:sldChg>
      <pc:sldChg chg="modSp add mod">
        <pc:chgData name="Murat Kezlev (Nokia)" userId="a83bd9ac-c40a-470e-8a1f-5b7dcd9f0c19" providerId="ADAL" clId="{01368B9A-622F-4BCC-A181-246E4357B62E}" dt="2026-05-16T22:36:44.220" v="279" actId="20577"/>
        <pc:sldMkLst>
          <pc:docMk/>
          <pc:sldMk cId="2433841637" sldId="329"/>
        </pc:sldMkLst>
        <pc:spChg chg="mod">
          <ac:chgData name="Murat Kezlev (Nokia)" userId="a83bd9ac-c40a-470e-8a1f-5b7dcd9f0c19" providerId="ADAL" clId="{01368B9A-622F-4BCC-A181-246E4357B62E}" dt="2026-05-16T22:36:44.220" v="279" actId="20577"/>
          <ac:spMkLst>
            <pc:docMk/>
            <pc:sldMk cId="2433841637" sldId="329"/>
            <ac:spMk id="3" creationId="{44B969D1-74E7-10C3-5272-B6D15FAD8F7C}"/>
          </ac:spMkLst>
        </pc:spChg>
        <pc:spChg chg="mod">
          <ac:chgData name="Murat Kezlev (Nokia)" userId="a83bd9ac-c40a-470e-8a1f-5b7dcd9f0c19" providerId="ADAL" clId="{01368B9A-622F-4BCC-A181-246E4357B62E}" dt="2026-05-16T22:36:27.783" v="262" actId="113"/>
          <ac:spMkLst>
            <pc:docMk/>
            <pc:sldMk cId="2433841637" sldId="329"/>
            <ac:spMk id="10" creationId="{1EC7FA41-811D-786B-34A2-FE4923B6384E}"/>
          </ac:spMkLst>
        </pc:spChg>
      </pc:sldChg>
      <pc:sldChg chg="modSp add mod">
        <pc:chgData name="Murat Kezlev (Nokia)" userId="a83bd9ac-c40a-470e-8a1f-5b7dcd9f0c19" providerId="ADAL" clId="{01368B9A-622F-4BCC-A181-246E4357B62E}" dt="2026-05-16T22:36:12.385" v="258" actId="113"/>
        <pc:sldMkLst>
          <pc:docMk/>
          <pc:sldMk cId="1806895377" sldId="330"/>
        </pc:sldMkLst>
        <pc:spChg chg="mod">
          <ac:chgData name="Murat Kezlev (Nokia)" userId="a83bd9ac-c40a-470e-8a1f-5b7dcd9f0c19" providerId="ADAL" clId="{01368B9A-622F-4BCC-A181-246E4357B62E}" dt="2026-05-16T22:36:12.385" v="258" actId="113"/>
          <ac:spMkLst>
            <pc:docMk/>
            <pc:sldMk cId="1806895377" sldId="330"/>
            <ac:spMk id="3" creationId="{1128B6C0-809C-4F24-9BB4-2034146B25FE}"/>
          </ac:spMkLst>
        </pc:spChg>
      </pc:sldChg>
      <pc:sldChg chg="modSp add mod">
        <pc:chgData name="Murat Kezlev (Nokia)" userId="a83bd9ac-c40a-470e-8a1f-5b7dcd9f0c19" providerId="ADAL" clId="{01368B9A-622F-4BCC-A181-246E4357B62E}" dt="2026-05-16T22:36:07.564" v="257" actId="113"/>
        <pc:sldMkLst>
          <pc:docMk/>
          <pc:sldMk cId="3341678817" sldId="331"/>
        </pc:sldMkLst>
        <pc:spChg chg="mod">
          <ac:chgData name="Murat Kezlev (Nokia)" userId="a83bd9ac-c40a-470e-8a1f-5b7dcd9f0c19" providerId="ADAL" clId="{01368B9A-622F-4BCC-A181-246E4357B62E}" dt="2026-05-16T22:36:07.564" v="257" actId="113"/>
          <ac:spMkLst>
            <pc:docMk/>
            <pc:sldMk cId="3341678817" sldId="331"/>
            <ac:spMk id="3" creationId="{00A30332-A1C4-15FC-CC24-688EE99E396A}"/>
          </ac:spMkLst>
        </pc:spChg>
      </pc:sldChg>
      <pc:sldChg chg="add">
        <pc:chgData name="Murat Kezlev (Nokia)" userId="a83bd9ac-c40a-470e-8a1f-5b7dcd9f0c19" providerId="ADAL" clId="{01368B9A-622F-4BCC-A181-246E4357B62E}" dt="2026-05-16T22:36:57.683" v="280" actId="2890"/>
        <pc:sldMkLst>
          <pc:docMk/>
          <pc:sldMk cId="148791780" sldId="332"/>
        </pc:sldMkLst>
      </pc:sldChg>
      <pc:sldChg chg="modSp add mod">
        <pc:chgData name="Murat Kezlev (Nokia)" userId="a83bd9ac-c40a-470e-8a1f-5b7dcd9f0c19" providerId="ADAL" clId="{01368B9A-622F-4BCC-A181-246E4357B62E}" dt="2026-05-16T22:56:07.029" v="591" actId="20577"/>
        <pc:sldMkLst>
          <pc:docMk/>
          <pc:sldMk cId="3381980452" sldId="333"/>
        </pc:sldMkLst>
        <pc:spChg chg="mod">
          <ac:chgData name="Murat Kezlev (Nokia)" userId="a83bd9ac-c40a-470e-8a1f-5b7dcd9f0c19" providerId="ADAL" clId="{01368B9A-622F-4BCC-A181-246E4357B62E}" dt="2026-05-16T22:56:07.029" v="591" actId="20577"/>
          <ac:spMkLst>
            <pc:docMk/>
            <pc:sldMk cId="3381980452" sldId="333"/>
            <ac:spMk id="3" creationId="{10C8F299-DE87-4CB3-FAE5-DADD6D9189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A7E3B2A-7911-44D6-A499-CF1CFBA563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E3B2A-7911-44D6-A499-CF1CFBA563B8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31807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D9EFF-A721-7129-31F1-9E811587F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50E490-31FA-B11A-3C89-984561759A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B40EC2-6267-54AA-9ED6-AA5418901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2E5F1-6AF2-549B-BD83-1667A5F92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E3B2A-7911-44D6-A499-CF1CFBA563B8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4203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89974-6E55-FBA8-F680-FF663CD06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BC835F-B581-562F-73B9-B26F644C4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F3B34C-C056-A969-DCF0-C5ECA6AB39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60D46-EF73-AE3D-2055-D3BC38B4F1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E3B2A-7911-44D6-A499-CF1CFBA563B8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4020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D642-6D94-4F68-789F-5F549954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18FF4A-77EA-5285-9F0E-A5EE255B2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5F3690-B57B-46BB-2CD8-6B4F06933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9140C-DA2C-B0DE-A3E6-C63E2110DD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E3B2A-7911-44D6-A499-CF1CFBA563B8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62724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4ED51-F808-69B6-DFE9-57DB7CD6A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CDDA57-38DE-F253-C0BE-E5B687B6E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E83549-E443-08F0-C159-99EF6E95F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C032A-8B48-E049-E494-C6357FAA6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E3B2A-7911-44D6-A499-CF1CFBA563B8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86175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88E13-FB7D-ED48-6863-800D6672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74AB51-384E-2640-5B66-76EE48424B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5542FB-5A87-AF09-C25B-BB4B479B73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B3C65-3874-CAF4-4EC3-13AF52C1D1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E3B2A-7911-44D6-A499-CF1CFBA563B8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3969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FB1F4-CFA2-C919-7AAA-6990CFA3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7832BC-28D8-B8E6-9D2C-786EC5009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73D62-9D65-26B4-9586-C47C98430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DBCE4-81E4-2FCB-9D5D-60A6A4D2F9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7E3B2A-7911-44D6-A499-CF1CFBA563B8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3317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scherm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2"/>
          <p:cNvSpPr>
            <a:spLocks noGrp="1"/>
          </p:cNvSpPr>
          <p:nvPr>
            <p:ph type="pic" idx="12"/>
          </p:nvPr>
        </p:nvSpPr>
        <p:spPr>
          <a:xfrm>
            <a:off x="1" y="0"/>
            <a:ext cx="9150687" cy="68580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 baseline="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5" hasCustomPrompt="1"/>
          </p:nvPr>
        </p:nvSpPr>
        <p:spPr>
          <a:xfrm rot="10800000">
            <a:off x="5078817" y="-46294"/>
            <a:ext cx="4092179" cy="6950587"/>
          </a:xfrm>
          <a:custGeom>
            <a:avLst/>
            <a:gdLst>
              <a:gd name="connsiteX0" fmla="*/ 0 w 5456238"/>
              <a:gd name="connsiteY0" fmla="*/ 14160500 h 14160500"/>
              <a:gd name="connsiteX1" fmla="*/ 0 w 5456238"/>
              <a:gd name="connsiteY1" fmla="*/ 0 h 14160500"/>
              <a:gd name="connsiteX2" fmla="*/ 5456238 w 5456238"/>
              <a:gd name="connsiteY2" fmla="*/ 14160500 h 14160500"/>
              <a:gd name="connsiteX3" fmla="*/ 0 w 5456238"/>
              <a:gd name="connsiteY3" fmla="*/ 14160500 h 14160500"/>
              <a:gd name="connsiteX0" fmla="*/ 0 w 5456238"/>
              <a:gd name="connsiteY0" fmla="*/ 14160500 h 14160500"/>
              <a:gd name="connsiteX1" fmla="*/ 0 w 5456238"/>
              <a:gd name="connsiteY1" fmla="*/ 0 h 14160500"/>
              <a:gd name="connsiteX2" fmla="*/ 2080048 w 5456238"/>
              <a:gd name="connsiteY2" fmla="*/ 5393142 h 14160500"/>
              <a:gd name="connsiteX3" fmla="*/ 5456238 w 5456238"/>
              <a:gd name="connsiteY3" fmla="*/ 14160500 h 14160500"/>
              <a:gd name="connsiteX4" fmla="*/ 0 w 5456238"/>
              <a:gd name="connsiteY4" fmla="*/ 14160500 h 14160500"/>
              <a:gd name="connsiteX0" fmla="*/ 0 w 5456238"/>
              <a:gd name="connsiteY0" fmla="*/ 14160500 h 14160500"/>
              <a:gd name="connsiteX1" fmla="*/ 0 w 5456238"/>
              <a:gd name="connsiteY1" fmla="*/ 0 h 14160500"/>
              <a:gd name="connsiteX2" fmla="*/ 2766438 w 5456238"/>
              <a:gd name="connsiteY2" fmla="*/ 7041122 h 14160500"/>
              <a:gd name="connsiteX3" fmla="*/ 5456238 w 5456238"/>
              <a:gd name="connsiteY3" fmla="*/ 14160500 h 14160500"/>
              <a:gd name="connsiteX4" fmla="*/ 0 w 5456238"/>
              <a:gd name="connsiteY4" fmla="*/ 14160500 h 14160500"/>
              <a:gd name="connsiteX0" fmla="*/ 0 w 5456238"/>
              <a:gd name="connsiteY0" fmla="*/ 14160500 h 14160500"/>
              <a:gd name="connsiteX1" fmla="*/ 0 w 5456238"/>
              <a:gd name="connsiteY1" fmla="*/ 0 h 14160500"/>
              <a:gd name="connsiteX2" fmla="*/ 2800758 w 5456238"/>
              <a:gd name="connsiteY2" fmla="*/ 7144121 h 14160500"/>
              <a:gd name="connsiteX3" fmla="*/ 5456238 w 5456238"/>
              <a:gd name="connsiteY3" fmla="*/ 14160500 h 14160500"/>
              <a:gd name="connsiteX4" fmla="*/ 0 w 5456238"/>
              <a:gd name="connsiteY4" fmla="*/ 14160500 h 14160500"/>
              <a:gd name="connsiteX0" fmla="*/ 0 w 5456238"/>
              <a:gd name="connsiteY0" fmla="*/ 7122252 h 7122252"/>
              <a:gd name="connsiteX1" fmla="*/ 0 w 5456238"/>
              <a:gd name="connsiteY1" fmla="*/ 0 h 7122252"/>
              <a:gd name="connsiteX2" fmla="*/ 2800758 w 5456238"/>
              <a:gd name="connsiteY2" fmla="*/ 105873 h 7122252"/>
              <a:gd name="connsiteX3" fmla="*/ 5456238 w 5456238"/>
              <a:gd name="connsiteY3" fmla="*/ 7122252 h 7122252"/>
              <a:gd name="connsiteX4" fmla="*/ 0 w 5456238"/>
              <a:gd name="connsiteY4" fmla="*/ 7122252 h 7122252"/>
              <a:gd name="connsiteX0" fmla="*/ 0 w 5456238"/>
              <a:gd name="connsiteY0" fmla="*/ 7122252 h 7122252"/>
              <a:gd name="connsiteX1" fmla="*/ 0 w 5456238"/>
              <a:gd name="connsiteY1" fmla="*/ 0 h 7122252"/>
              <a:gd name="connsiteX2" fmla="*/ 2835077 w 5456238"/>
              <a:gd name="connsiteY2" fmla="*/ 174539 h 7122252"/>
              <a:gd name="connsiteX3" fmla="*/ 5456238 w 5456238"/>
              <a:gd name="connsiteY3" fmla="*/ 7122252 h 7122252"/>
              <a:gd name="connsiteX4" fmla="*/ 0 w 5456238"/>
              <a:gd name="connsiteY4" fmla="*/ 7122252 h 7122252"/>
              <a:gd name="connsiteX0" fmla="*/ 0 w 5456238"/>
              <a:gd name="connsiteY0" fmla="*/ 7053586 h 7053586"/>
              <a:gd name="connsiteX1" fmla="*/ 34320 w 5456238"/>
              <a:gd name="connsiteY1" fmla="*/ 0 h 7053586"/>
              <a:gd name="connsiteX2" fmla="*/ 2835077 w 5456238"/>
              <a:gd name="connsiteY2" fmla="*/ 105873 h 7053586"/>
              <a:gd name="connsiteX3" fmla="*/ 5456238 w 5456238"/>
              <a:gd name="connsiteY3" fmla="*/ 7053586 h 7053586"/>
              <a:gd name="connsiteX4" fmla="*/ 0 w 5456238"/>
              <a:gd name="connsiteY4" fmla="*/ 7053586 h 7053586"/>
              <a:gd name="connsiteX0" fmla="*/ 68638 w 5524876"/>
              <a:gd name="connsiteY0" fmla="*/ 7019253 h 7019253"/>
              <a:gd name="connsiteX1" fmla="*/ 0 w 5524876"/>
              <a:gd name="connsiteY1" fmla="*/ 0 h 7019253"/>
              <a:gd name="connsiteX2" fmla="*/ 2903715 w 5524876"/>
              <a:gd name="connsiteY2" fmla="*/ 71540 h 7019253"/>
              <a:gd name="connsiteX3" fmla="*/ 5524876 w 5524876"/>
              <a:gd name="connsiteY3" fmla="*/ 7019253 h 7019253"/>
              <a:gd name="connsiteX4" fmla="*/ 68638 w 5524876"/>
              <a:gd name="connsiteY4" fmla="*/ 7019253 h 7019253"/>
              <a:gd name="connsiteX0" fmla="*/ 0 w 5456238"/>
              <a:gd name="connsiteY0" fmla="*/ 6950587 h 6950587"/>
              <a:gd name="connsiteX1" fmla="*/ 34320 w 5456238"/>
              <a:gd name="connsiteY1" fmla="*/ 0 h 6950587"/>
              <a:gd name="connsiteX2" fmla="*/ 2835077 w 5456238"/>
              <a:gd name="connsiteY2" fmla="*/ 2874 h 6950587"/>
              <a:gd name="connsiteX3" fmla="*/ 5456238 w 5456238"/>
              <a:gd name="connsiteY3" fmla="*/ 6950587 h 6950587"/>
              <a:gd name="connsiteX4" fmla="*/ 0 w 5456238"/>
              <a:gd name="connsiteY4" fmla="*/ 6950587 h 6950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456238" h="6950587">
                <a:moveTo>
                  <a:pt x="0" y="6950587"/>
                </a:moveTo>
                <a:lnTo>
                  <a:pt x="34320" y="0"/>
                </a:lnTo>
                <a:lnTo>
                  <a:pt x="2835077" y="2874"/>
                </a:lnTo>
                <a:lnTo>
                  <a:pt x="5456238" y="6950587"/>
                </a:lnTo>
                <a:lnTo>
                  <a:pt x="0" y="6950587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9" y="2532948"/>
            <a:ext cx="3252878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 van de presentatie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48879" y="2154110"/>
            <a:ext cx="4028816" cy="327200"/>
          </a:xfrm>
        </p:spPr>
        <p:txBody>
          <a:bodyPr tIns="36000" rIns="90000" bIns="0"/>
          <a:lstStyle>
            <a:lvl1pPr>
              <a:defRPr sz="2100" strike="noStrike" baseline="0"/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548879" y="4123235"/>
            <a:ext cx="1844244" cy="248136"/>
          </a:xfrm>
          <a:solidFill>
            <a:schemeClr val="bg1">
              <a:lumMod val="85000"/>
              <a:alpha val="92000"/>
            </a:schemeClr>
          </a:solidFill>
        </p:spPr>
        <p:txBody>
          <a:bodyPr wrap="none" tIns="36000" bIns="36000"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nl-NL" dirty="0"/>
              <a:t>Naam van </a:t>
            </a:r>
            <a:r>
              <a:rPr lang="nl-NL"/>
              <a:t>de spreker</a:t>
            </a:r>
            <a:endParaRPr lang="nl-NL" dirty="0"/>
          </a:p>
        </p:txBody>
      </p:sp>
      <p:sp>
        <p:nvSpPr>
          <p:cNvPr id="10" name="Vrije vorm 10"/>
          <p:cNvSpPr/>
          <p:nvPr/>
        </p:nvSpPr>
        <p:spPr>
          <a:xfrm>
            <a:off x="10886549" y="205186"/>
            <a:ext cx="4092174" cy="14159428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19" name="Text Placeholder 4"/>
          <p:cNvSpPr>
            <a:spLocks noGrp="1"/>
          </p:cNvSpPr>
          <p:nvPr>
            <p:ph type="body" sz="quarter" idx="16" hasCustomPrompt="1"/>
          </p:nvPr>
        </p:nvSpPr>
        <p:spPr>
          <a:xfrm rot="10800000">
            <a:off x="6622775" y="-88986"/>
            <a:ext cx="2555027" cy="6993230"/>
          </a:xfrm>
          <a:custGeom>
            <a:avLst/>
            <a:gdLst>
              <a:gd name="connsiteX0" fmla="*/ 0 w 5456238"/>
              <a:gd name="connsiteY0" fmla="*/ 14160500 h 14160500"/>
              <a:gd name="connsiteX1" fmla="*/ 0 w 5456238"/>
              <a:gd name="connsiteY1" fmla="*/ 0 h 14160500"/>
              <a:gd name="connsiteX2" fmla="*/ 5456238 w 5456238"/>
              <a:gd name="connsiteY2" fmla="*/ 14160500 h 14160500"/>
              <a:gd name="connsiteX3" fmla="*/ 0 w 5456238"/>
              <a:gd name="connsiteY3" fmla="*/ 14160500 h 14160500"/>
              <a:gd name="connsiteX0" fmla="*/ 0 w 5456238"/>
              <a:gd name="connsiteY0" fmla="*/ 14160500 h 14160500"/>
              <a:gd name="connsiteX1" fmla="*/ 0 w 5456238"/>
              <a:gd name="connsiteY1" fmla="*/ 0 h 14160500"/>
              <a:gd name="connsiteX2" fmla="*/ 2080048 w 5456238"/>
              <a:gd name="connsiteY2" fmla="*/ 5393142 h 14160500"/>
              <a:gd name="connsiteX3" fmla="*/ 5456238 w 5456238"/>
              <a:gd name="connsiteY3" fmla="*/ 14160500 h 14160500"/>
              <a:gd name="connsiteX4" fmla="*/ 0 w 5456238"/>
              <a:gd name="connsiteY4" fmla="*/ 14160500 h 14160500"/>
              <a:gd name="connsiteX0" fmla="*/ 0 w 5456238"/>
              <a:gd name="connsiteY0" fmla="*/ 14160500 h 14160500"/>
              <a:gd name="connsiteX1" fmla="*/ 0 w 5456238"/>
              <a:gd name="connsiteY1" fmla="*/ 0 h 14160500"/>
              <a:gd name="connsiteX2" fmla="*/ 2766438 w 5456238"/>
              <a:gd name="connsiteY2" fmla="*/ 7041122 h 14160500"/>
              <a:gd name="connsiteX3" fmla="*/ 5456238 w 5456238"/>
              <a:gd name="connsiteY3" fmla="*/ 14160500 h 14160500"/>
              <a:gd name="connsiteX4" fmla="*/ 0 w 5456238"/>
              <a:gd name="connsiteY4" fmla="*/ 14160500 h 14160500"/>
              <a:gd name="connsiteX0" fmla="*/ 0 w 5456238"/>
              <a:gd name="connsiteY0" fmla="*/ 14160500 h 14160500"/>
              <a:gd name="connsiteX1" fmla="*/ 0 w 5456238"/>
              <a:gd name="connsiteY1" fmla="*/ 0 h 14160500"/>
              <a:gd name="connsiteX2" fmla="*/ 2800758 w 5456238"/>
              <a:gd name="connsiteY2" fmla="*/ 7144121 h 14160500"/>
              <a:gd name="connsiteX3" fmla="*/ 5456238 w 5456238"/>
              <a:gd name="connsiteY3" fmla="*/ 14160500 h 14160500"/>
              <a:gd name="connsiteX4" fmla="*/ 0 w 5456238"/>
              <a:gd name="connsiteY4" fmla="*/ 14160500 h 14160500"/>
              <a:gd name="connsiteX0" fmla="*/ 0 w 5456238"/>
              <a:gd name="connsiteY0" fmla="*/ 7122252 h 7122252"/>
              <a:gd name="connsiteX1" fmla="*/ 0 w 5456238"/>
              <a:gd name="connsiteY1" fmla="*/ 0 h 7122252"/>
              <a:gd name="connsiteX2" fmla="*/ 2800758 w 5456238"/>
              <a:gd name="connsiteY2" fmla="*/ 105873 h 7122252"/>
              <a:gd name="connsiteX3" fmla="*/ 5456238 w 5456238"/>
              <a:gd name="connsiteY3" fmla="*/ 7122252 h 7122252"/>
              <a:gd name="connsiteX4" fmla="*/ 0 w 5456238"/>
              <a:gd name="connsiteY4" fmla="*/ 7122252 h 7122252"/>
              <a:gd name="connsiteX0" fmla="*/ 0 w 5456238"/>
              <a:gd name="connsiteY0" fmla="*/ 7122252 h 7122252"/>
              <a:gd name="connsiteX1" fmla="*/ 0 w 5456238"/>
              <a:gd name="connsiteY1" fmla="*/ 0 h 7122252"/>
              <a:gd name="connsiteX2" fmla="*/ 2835077 w 5456238"/>
              <a:gd name="connsiteY2" fmla="*/ 174539 h 7122252"/>
              <a:gd name="connsiteX3" fmla="*/ 5456238 w 5456238"/>
              <a:gd name="connsiteY3" fmla="*/ 7122252 h 7122252"/>
              <a:gd name="connsiteX4" fmla="*/ 0 w 5456238"/>
              <a:gd name="connsiteY4" fmla="*/ 7122252 h 7122252"/>
              <a:gd name="connsiteX0" fmla="*/ 0 w 5456238"/>
              <a:gd name="connsiteY0" fmla="*/ 7053586 h 7053586"/>
              <a:gd name="connsiteX1" fmla="*/ 34320 w 5456238"/>
              <a:gd name="connsiteY1" fmla="*/ 0 h 7053586"/>
              <a:gd name="connsiteX2" fmla="*/ 2835077 w 5456238"/>
              <a:gd name="connsiteY2" fmla="*/ 105873 h 7053586"/>
              <a:gd name="connsiteX3" fmla="*/ 5456238 w 5456238"/>
              <a:gd name="connsiteY3" fmla="*/ 7053586 h 7053586"/>
              <a:gd name="connsiteX4" fmla="*/ 0 w 5456238"/>
              <a:gd name="connsiteY4" fmla="*/ 7053586 h 7053586"/>
              <a:gd name="connsiteX0" fmla="*/ 68638 w 5524876"/>
              <a:gd name="connsiteY0" fmla="*/ 7019253 h 7019253"/>
              <a:gd name="connsiteX1" fmla="*/ 0 w 5524876"/>
              <a:gd name="connsiteY1" fmla="*/ 0 h 7019253"/>
              <a:gd name="connsiteX2" fmla="*/ 2903715 w 5524876"/>
              <a:gd name="connsiteY2" fmla="*/ 71540 h 7019253"/>
              <a:gd name="connsiteX3" fmla="*/ 5524876 w 5524876"/>
              <a:gd name="connsiteY3" fmla="*/ 7019253 h 7019253"/>
              <a:gd name="connsiteX4" fmla="*/ 68638 w 5524876"/>
              <a:gd name="connsiteY4" fmla="*/ 7019253 h 7019253"/>
              <a:gd name="connsiteX0" fmla="*/ 0 w 5456238"/>
              <a:gd name="connsiteY0" fmla="*/ 6950587 h 6950587"/>
              <a:gd name="connsiteX1" fmla="*/ 34320 w 5456238"/>
              <a:gd name="connsiteY1" fmla="*/ 0 h 6950587"/>
              <a:gd name="connsiteX2" fmla="*/ 2835077 w 5456238"/>
              <a:gd name="connsiteY2" fmla="*/ 2874 h 6950587"/>
              <a:gd name="connsiteX3" fmla="*/ 5456238 w 5456238"/>
              <a:gd name="connsiteY3" fmla="*/ 6950587 h 6950587"/>
              <a:gd name="connsiteX4" fmla="*/ 0 w 5456238"/>
              <a:gd name="connsiteY4" fmla="*/ 6950587 h 6950587"/>
              <a:gd name="connsiteX0" fmla="*/ 2048480 w 5421918"/>
              <a:gd name="connsiteY0" fmla="*/ 6975987 h 6975987"/>
              <a:gd name="connsiteX1" fmla="*/ 0 w 5421918"/>
              <a:gd name="connsiteY1" fmla="*/ 0 h 6975987"/>
              <a:gd name="connsiteX2" fmla="*/ 2800757 w 5421918"/>
              <a:gd name="connsiteY2" fmla="*/ 2874 h 6975987"/>
              <a:gd name="connsiteX3" fmla="*/ 5421918 w 5421918"/>
              <a:gd name="connsiteY3" fmla="*/ 6950587 h 6975987"/>
              <a:gd name="connsiteX4" fmla="*/ 2048480 w 5421918"/>
              <a:gd name="connsiteY4" fmla="*/ 6975987 h 6975987"/>
              <a:gd name="connsiteX0" fmla="*/ 92680 w 3466118"/>
              <a:gd name="connsiteY0" fmla="*/ 7026787 h 7026787"/>
              <a:gd name="connsiteX1" fmla="*/ 0 w 3466118"/>
              <a:gd name="connsiteY1" fmla="*/ 0 h 7026787"/>
              <a:gd name="connsiteX2" fmla="*/ 844957 w 3466118"/>
              <a:gd name="connsiteY2" fmla="*/ 53674 h 7026787"/>
              <a:gd name="connsiteX3" fmla="*/ 3466118 w 3466118"/>
              <a:gd name="connsiteY3" fmla="*/ 7001387 h 7026787"/>
              <a:gd name="connsiteX4" fmla="*/ 92680 w 3466118"/>
              <a:gd name="connsiteY4" fmla="*/ 7026787 h 7026787"/>
              <a:gd name="connsiteX0" fmla="*/ 67280 w 3440718"/>
              <a:gd name="connsiteY0" fmla="*/ 6973113 h 6973113"/>
              <a:gd name="connsiteX1" fmla="*/ 0 w 3440718"/>
              <a:gd name="connsiteY1" fmla="*/ 47926 h 6973113"/>
              <a:gd name="connsiteX2" fmla="*/ 819557 w 3440718"/>
              <a:gd name="connsiteY2" fmla="*/ 0 h 6973113"/>
              <a:gd name="connsiteX3" fmla="*/ 3440718 w 3440718"/>
              <a:gd name="connsiteY3" fmla="*/ 6947713 h 6973113"/>
              <a:gd name="connsiteX4" fmla="*/ 67280 w 3440718"/>
              <a:gd name="connsiteY4" fmla="*/ 6973113 h 6973113"/>
              <a:gd name="connsiteX0" fmla="*/ 759956 w 4133394"/>
              <a:gd name="connsiteY0" fmla="*/ 7146810 h 7146810"/>
              <a:gd name="connsiteX1" fmla="*/ 0 w 4133394"/>
              <a:gd name="connsiteY1" fmla="*/ 0 h 7146810"/>
              <a:gd name="connsiteX2" fmla="*/ 692676 w 4133394"/>
              <a:gd name="connsiteY2" fmla="*/ 221623 h 7146810"/>
              <a:gd name="connsiteX3" fmla="*/ 1512233 w 4133394"/>
              <a:gd name="connsiteY3" fmla="*/ 173697 h 7146810"/>
              <a:gd name="connsiteX4" fmla="*/ 4133394 w 4133394"/>
              <a:gd name="connsiteY4" fmla="*/ 7121410 h 7146810"/>
              <a:gd name="connsiteX5" fmla="*/ 759956 w 4133394"/>
              <a:gd name="connsiteY5" fmla="*/ 7146810 h 7146810"/>
              <a:gd name="connsiteX0" fmla="*/ 307545 w 3680983"/>
              <a:gd name="connsiteY0" fmla="*/ 6973113 h 6973113"/>
              <a:gd name="connsiteX1" fmla="*/ 240265 w 3680983"/>
              <a:gd name="connsiteY1" fmla="*/ 47926 h 6973113"/>
              <a:gd name="connsiteX2" fmla="*/ 1059822 w 3680983"/>
              <a:gd name="connsiteY2" fmla="*/ 0 h 6973113"/>
              <a:gd name="connsiteX3" fmla="*/ 3680983 w 3680983"/>
              <a:gd name="connsiteY3" fmla="*/ 6947713 h 6973113"/>
              <a:gd name="connsiteX4" fmla="*/ 307545 w 3680983"/>
              <a:gd name="connsiteY4" fmla="*/ 6973113 h 6973113"/>
              <a:gd name="connsiteX0" fmla="*/ 303537 w 3688314"/>
              <a:gd name="connsiteY0" fmla="*/ 6984454 h 6984454"/>
              <a:gd name="connsiteX1" fmla="*/ 247596 w 3688314"/>
              <a:gd name="connsiteY1" fmla="*/ 47926 h 6984454"/>
              <a:gd name="connsiteX2" fmla="*/ 1067153 w 3688314"/>
              <a:gd name="connsiteY2" fmla="*/ 0 h 6984454"/>
              <a:gd name="connsiteX3" fmla="*/ 3688314 w 3688314"/>
              <a:gd name="connsiteY3" fmla="*/ 6947713 h 6984454"/>
              <a:gd name="connsiteX4" fmla="*/ 303537 w 3688314"/>
              <a:gd name="connsiteY4" fmla="*/ 6984454 h 6984454"/>
              <a:gd name="connsiteX0" fmla="*/ 104578 w 3489355"/>
              <a:gd name="connsiteY0" fmla="*/ 6984454 h 6984454"/>
              <a:gd name="connsiteX1" fmla="*/ 48637 w 3489355"/>
              <a:gd name="connsiteY1" fmla="*/ 47926 h 6984454"/>
              <a:gd name="connsiteX2" fmla="*/ 868194 w 3489355"/>
              <a:gd name="connsiteY2" fmla="*/ 0 h 6984454"/>
              <a:gd name="connsiteX3" fmla="*/ 3489355 w 3489355"/>
              <a:gd name="connsiteY3" fmla="*/ 6947713 h 6984454"/>
              <a:gd name="connsiteX4" fmla="*/ 104578 w 3489355"/>
              <a:gd name="connsiteY4" fmla="*/ 6984454 h 6984454"/>
              <a:gd name="connsiteX0" fmla="*/ 55941 w 3440718"/>
              <a:gd name="connsiteY0" fmla="*/ 6984454 h 6984454"/>
              <a:gd name="connsiteX1" fmla="*/ 0 w 3440718"/>
              <a:gd name="connsiteY1" fmla="*/ 47926 h 6984454"/>
              <a:gd name="connsiteX2" fmla="*/ 819557 w 3440718"/>
              <a:gd name="connsiteY2" fmla="*/ 0 h 6984454"/>
              <a:gd name="connsiteX3" fmla="*/ 3440718 w 3440718"/>
              <a:gd name="connsiteY3" fmla="*/ 6947713 h 6984454"/>
              <a:gd name="connsiteX4" fmla="*/ 55941 w 3440718"/>
              <a:gd name="connsiteY4" fmla="*/ 6984454 h 6984454"/>
              <a:gd name="connsiteX0" fmla="*/ 55941 w 3440718"/>
              <a:gd name="connsiteY0" fmla="*/ 7004570 h 7004570"/>
              <a:gd name="connsiteX1" fmla="*/ 0 w 3440718"/>
              <a:gd name="connsiteY1" fmla="*/ 0 h 7004570"/>
              <a:gd name="connsiteX2" fmla="*/ 819557 w 3440718"/>
              <a:gd name="connsiteY2" fmla="*/ 20116 h 7004570"/>
              <a:gd name="connsiteX3" fmla="*/ 3440718 w 3440718"/>
              <a:gd name="connsiteY3" fmla="*/ 6967829 h 7004570"/>
              <a:gd name="connsiteX4" fmla="*/ 55941 w 3440718"/>
              <a:gd name="connsiteY4" fmla="*/ 7004570 h 7004570"/>
              <a:gd name="connsiteX0" fmla="*/ 21925 w 3406702"/>
              <a:gd name="connsiteY0" fmla="*/ 6984454 h 6984454"/>
              <a:gd name="connsiteX1" fmla="*/ 0 w 3406702"/>
              <a:gd name="connsiteY1" fmla="*/ 36585 h 6984454"/>
              <a:gd name="connsiteX2" fmla="*/ 785541 w 3406702"/>
              <a:gd name="connsiteY2" fmla="*/ 0 h 6984454"/>
              <a:gd name="connsiteX3" fmla="*/ 3406702 w 3406702"/>
              <a:gd name="connsiteY3" fmla="*/ 6947713 h 6984454"/>
              <a:gd name="connsiteX4" fmla="*/ 21925 w 3406702"/>
              <a:gd name="connsiteY4" fmla="*/ 6984454 h 6984454"/>
              <a:gd name="connsiteX0" fmla="*/ 21925 w 3406702"/>
              <a:gd name="connsiteY0" fmla="*/ 7004570 h 7004570"/>
              <a:gd name="connsiteX1" fmla="*/ 0 w 3406702"/>
              <a:gd name="connsiteY1" fmla="*/ 0 h 7004570"/>
              <a:gd name="connsiteX2" fmla="*/ 785541 w 3406702"/>
              <a:gd name="connsiteY2" fmla="*/ 20116 h 7004570"/>
              <a:gd name="connsiteX3" fmla="*/ 3406702 w 3406702"/>
              <a:gd name="connsiteY3" fmla="*/ 6967829 h 7004570"/>
              <a:gd name="connsiteX4" fmla="*/ 21925 w 3406702"/>
              <a:gd name="connsiteY4" fmla="*/ 7004570 h 7004570"/>
              <a:gd name="connsiteX0" fmla="*/ 21925 w 3406702"/>
              <a:gd name="connsiteY0" fmla="*/ 6993230 h 6993230"/>
              <a:gd name="connsiteX1" fmla="*/ 0 w 3406702"/>
              <a:gd name="connsiteY1" fmla="*/ 0 h 6993230"/>
              <a:gd name="connsiteX2" fmla="*/ 785541 w 3406702"/>
              <a:gd name="connsiteY2" fmla="*/ 8776 h 6993230"/>
              <a:gd name="connsiteX3" fmla="*/ 3406702 w 3406702"/>
              <a:gd name="connsiteY3" fmla="*/ 6956489 h 6993230"/>
              <a:gd name="connsiteX4" fmla="*/ 21925 w 3406702"/>
              <a:gd name="connsiteY4" fmla="*/ 6993230 h 6993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6702" h="6993230">
                <a:moveTo>
                  <a:pt x="21925" y="6993230"/>
                </a:moveTo>
                <a:cubicBezTo>
                  <a:pt x="14617" y="4677274"/>
                  <a:pt x="7308" y="2315956"/>
                  <a:pt x="0" y="0"/>
                </a:cubicBezTo>
                <a:lnTo>
                  <a:pt x="785541" y="8776"/>
                </a:lnTo>
                <a:lnTo>
                  <a:pt x="3406702" y="6956489"/>
                </a:lnTo>
                <a:lnTo>
                  <a:pt x="21925" y="6993230"/>
                </a:lnTo>
                <a:close/>
              </a:path>
            </a:pathLst>
          </a:custGeom>
          <a:solidFill>
            <a:schemeClr val="bg1">
              <a:alpha val="6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7" hasCustomPrompt="1"/>
          </p:nvPr>
        </p:nvSpPr>
        <p:spPr>
          <a:xfrm rot="10800000">
            <a:off x="8256915" y="709339"/>
            <a:ext cx="899101" cy="3112446"/>
          </a:xfrm>
          <a:prstGeom prst="rtTriangle">
            <a:avLst/>
          </a:prstGeom>
          <a:solidFill>
            <a:schemeClr val="accent2"/>
          </a:solidFill>
        </p:spPr>
        <p:txBody>
          <a:bodyPr/>
          <a:lstStyle>
            <a:lvl5pPr marL="933450" indent="0">
              <a:buNone/>
              <a:defRPr baseline="0"/>
            </a:lvl5pPr>
          </a:lstStyle>
          <a:p>
            <a:pPr lvl="4"/>
            <a:r>
              <a:rPr lang="en-US" dirty="0"/>
              <a:t> </a:t>
            </a:r>
          </a:p>
        </p:txBody>
      </p:sp>
      <p:sp>
        <p:nvSpPr>
          <p:cNvPr id="17" name="Tijdelijke aanduiding voor tekst 16"/>
          <p:cNvSpPr>
            <a:spLocks noGrp="1"/>
          </p:cNvSpPr>
          <p:nvPr>
            <p:ph type="body" sz="quarter" idx="14" hasCustomPrompt="1"/>
          </p:nvPr>
        </p:nvSpPr>
        <p:spPr>
          <a:xfrm>
            <a:off x="446441" y="268585"/>
            <a:ext cx="2516400" cy="1184400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8218147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cherm zonder foto - grijze ondertitel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79000">
              <a:schemeClr val="bg1">
                <a:tint val="98000"/>
                <a:satMod val="130000"/>
                <a:shade val="90000"/>
                <a:lumMod val="12000"/>
                <a:lumOff val="88000"/>
              </a:schemeClr>
            </a:gs>
            <a:gs pos="92000">
              <a:schemeClr val="bg1">
                <a:lumMod val="93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9" y="2532948"/>
            <a:ext cx="3252878" cy="270065"/>
          </a:xfrm>
          <a:solidFill>
            <a:schemeClr val="bg1">
              <a:lumMod val="85000"/>
            </a:schemeClr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 van de presentatie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548879" y="3592298"/>
            <a:ext cx="3102769" cy="374221"/>
          </a:xfrm>
        </p:spPr>
        <p:txBody>
          <a:bodyPr/>
          <a:lstStyle/>
          <a:p>
            <a:pPr lvl="0"/>
            <a:r>
              <a:rPr lang="nl-NL" dirty="0"/>
              <a:t>Naam van </a:t>
            </a:r>
            <a:r>
              <a:rPr lang="nl-NL"/>
              <a:t>de spreker</a:t>
            </a:r>
            <a:endParaRPr lang="nl-NL" dirty="0"/>
          </a:p>
        </p:txBody>
      </p:sp>
      <p:sp>
        <p:nvSpPr>
          <p:cNvPr id="8" name="Titel 3"/>
          <p:cNvSpPr>
            <a:spLocks noGrp="1"/>
          </p:cNvSpPr>
          <p:nvPr>
            <p:ph type="title" hasCustomPrompt="1"/>
          </p:nvPr>
        </p:nvSpPr>
        <p:spPr>
          <a:xfrm>
            <a:off x="548878" y="2154110"/>
            <a:ext cx="4083344" cy="327200"/>
          </a:xfrm>
        </p:spPr>
        <p:txBody>
          <a:bodyPr tIns="36000" bIns="0"/>
          <a:lstStyle>
            <a:lvl1pPr>
              <a:defRPr sz="2100" strike="noStrike" baseline="0"/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13" name="Vrije vorm 12"/>
          <p:cNvSpPr/>
          <p:nvPr/>
        </p:nvSpPr>
        <p:spPr>
          <a:xfrm>
            <a:off x="8901972" y="698404"/>
            <a:ext cx="242028" cy="828480"/>
          </a:xfrm>
          <a:custGeom>
            <a:avLst/>
            <a:gdLst>
              <a:gd name="connsiteX0" fmla="*/ 0 w 1960775"/>
              <a:gd name="connsiteY0" fmla="*/ 0 h 5033913"/>
              <a:gd name="connsiteX1" fmla="*/ 0 w 1960775"/>
              <a:gd name="connsiteY1" fmla="*/ 0 h 5033913"/>
              <a:gd name="connsiteX2" fmla="*/ 1960775 w 1960775"/>
              <a:gd name="connsiteY2" fmla="*/ 0 h 5033913"/>
              <a:gd name="connsiteX3" fmla="*/ 1960775 w 1960775"/>
              <a:gd name="connsiteY3" fmla="*/ 5033913 h 5033913"/>
              <a:gd name="connsiteX4" fmla="*/ 0 w 1960775"/>
              <a:gd name="connsiteY4" fmla="*/ 0 h 503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0775" h="5033913">
                <a:moveTo>
                  <a:pt x="0" y="0"/>
                </a:moveTo>
                <a:lnTo>
                  <a:pt x="0" y="0"/>
                </a:lnTo>
                <a:lnTo>
                  <a:pt x="1960775" y="0"/>
                </a:lnTo>
                <a:lnTo>
                  <a:pt x="1960775" y="5033913"/>
                </a:lnTo>
                <a:lnTo>
                  <a:pt x="0" y="0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</p:spTree>
    <p:extLst>
      <p:ext uri="{BB962C8B-B14F-4D97-AF65-F5344CB8AC3E}">
        <p14:creationId xmlns:p14="http://schemas.microsoft.com/office/powerpoint/2010/main" val="139656211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scherm zonder foto - zwarte ondertitel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79000">
              <a:schemeClr val="bg1">
                <a:tint val="98000"/>
                <a:satMod val="130000"/>
                <a:shade val="90000"/>
                <a:lumMod val="12000"/>
                <a:lumOff val="88000"/>
              </a:schemeClr>
            </a:gs>
            <a:gs pos="92000">
              <a:schemeClr val="bg1">
                <a:lumMod val="93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9" y="2532948"/>
            <a:ext cx="3252878" cy="270065"/>
          </a:xfrm>
          <a:solidFill>
            <a:schemeClr val="tx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 van de presentatie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>
          <a:xfrm>
            <a:off x="548878" y="2154110"/>
            <a:ext cx="4083344" cy="327200"/>
          </a:xfrm>
        </p:spPr>
        <p:txBody>
          <a:bodyPr tIns="36000" bIns="0"/>
          <a:lstStyle>
            <a:lvl1pPr>
              <a:defRPr sz="2100" strike="noStrike" baseline="0"/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548879" y="3592298"/>
            <a:ext cx="3102769" cy="374221"/>
          </a:xfrm>
        </p:spPr>
        <p:txBody>
          <a:bodyPr/>
          <a:lstStyle/>
          <a:p>
            <a:pPr lvl="0"/>
            <a:r>
              <a:rPr lang="nl-NL" dirty="0"/>
              <a:t>Naam van </a:t>
            </a:r>
            <a:r>
              <a:rPr lang="nl-NL"/>
              <a:t>de spreker</a:t>
            </a:r>
            <a:endParaRPr lang="nl-NL" dirty="0"/>
          </a:p>
        </p:txBody>
      </p:sp>
      <p:sp>
        <p:nvSpPr>
          <p:cNvPr id="10" name="Vrije vorm 9"/>
          <p:cNvSpPr/>
          <p:nvPr/>
        </p:nvSpPr>
        <p:spPr>
          <a:xfrm>
            <a:off x="8901972" y="698404"/>
            <a:ext cx="242028" cy="828480"/>
          </a:xfrm>
          <a:custGeom>
            <a:avLst/>
            <a:gdLst>
              <a:gd name="connsiteX0" fmla="*/ 0 w 1960775"/>
              <a:gd name="connsiteY0" fmla="*/ 0 h 5033913"/>
              <a:gd name="connsiteX1" fmla="*/ 0 w 1960775"/>
              <a:gd name="connsiteY1" fmla="*/ 0 h 5033913"/>
              <a:gd name="connsiteX2" fmla="*/ 1960775 w 1960775"/>
              <a:gd name="connsiteY2" fmla="*/ 0 h 5033913"/>
              <a:gd name="connsiteX3" fmla="*/ 1960775 w 1960775"/>
              <a:gd name="connsiteY3" fmla="*/ 5033913 h 5033913"/>
              <a:gd name="connsiteX4" fmla="*/ 0 w 1960775"/>
              <a:gd name="connsiteY4" fmla="*/ 0 h 5033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60775" h="5033913">
                <a:moveTo>
                  <a:pt x="0" y="0"/>
                </a:moveTo>
                <a:lnTo>
                  <a:pt x="0" y="0"/>
                </a:lnTo>
                <a:lnTo>
                  <a:pt x="1960775" y="0"/>
                </a:lnTo>
                <a:lnTo>
                  <a:pt x="1960775" y="5033913"/>
                </a:lnTo>
                <a:lnTo>
                  <a:pt x="0" y="0"/>
                </a:lnTo>
                <a:close/>
              </a:path>
            </a:pathLst>
          </a:custGeom>
          <a:solidFill>
            <a:srgbClr val="FF6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</p:spTree>
    <p:extLst>
      <p:ext uri="{BB962C8B-B14F-4D97-AF65-F5344CB8AC3E}">
        <p14:creationId xmlns:p14="http://schemas.microsoft.com/office/powerpoint/2010/main" val="317522966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scherm zonder foto - grijze ondertitel - groot logo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79000">
              <a:schemeClr val="bg1">
                <a:tint val="98000"/>
                <a:satMod val="130000"/>
                <a:shade val="90000"/>
                <a:lumMod val="12000"/>
                <a:lumOff val="88000"/>
              </a:schemeClr>
            </a:gs>
            <a:gs pos="92000">
              <a:schemeClr val="bg1">
                <a:lumMod val="93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9" y="3664307"/>
            <a:ext cx="3252878" cy="270065"/>
          </a:xfrm>
          <a:solidFill>
            <a:schemeClr val="bg1">
              <a:lumMod val="85000"/>
            </a:schemeClr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 van de presentatie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548879" y="4723657"/>
            <a:ext cx="3102769" cy="374221"/>
          </a:xfrm>
        </p:spPr>
        <p:txBody>
          <a:bodyPr/>
          <a:lstStyle/>
          <a:p>
            <a:pPr lvl="0"/>
            <a:r>
              <a:rPr lang="nl-NL" dirty="0"/>
              <a:t>Naam van </a:t>
            </a:r>
            <a:r>
              <a:rPr lang="nl-NL"/>
              <a:t>de spreker</a:t>
            </a:r>
            <a:endParaRPr lang="nl-NL" dirty="0"/>
          </a:p>
        </p:txBody>
      </p:sp>
      <p:sp>
        <p:nvSpPr>
          <p:cNvPr id="8" name="Titel 3"/>
          <p:cNvSpPr>
            <a:spLocks noGrp="1"/>
          </p:cNvSpPr>
          <p:nvPr>
            <p:ph type="title" hasCustomPrompt="1"/>
          </p:nvPr>
        </p:nvSpPr>
        <p:spPr>
          <a:xfrm>
            <a:off x="548878" y="3285469"/>
            <a:ext cx="4083344" cy="327200"/>
          </a:xfrm>
        </p:spPr>
        <p:txBody>
          <a:bodyPr tIns="36000" bIns="0"/>
          <a:lstStyle>
            <a:lvl1pPr>
              <a:defRPr sz="2100" strike="noStrike" baseline="0"/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14" name="Vrije vorm 13"/>
          <p:cNvSpPr/>
          <p:nvPr/>
        </p:nvSpPr>
        <p:spPr>
          <a:xfrm>
            <a:off x="8244383" y="709339"/>
            <a:ext cx="899592" cy="3112700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4" hasCustomPrompt="1"/>
          </p:nvPr>
        </p:nvSpPr>
        <p:spPr>
          <a:xfrm>
            <a:off x="446441" y="268585"/>
            <a:ext cx="2516400" cy="1184400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207092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scherm zonder foto - zwarte ondertitel - groot logo">
    <p:bg>
      <p:bgPr>
        <a:gradFill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79000">
              <a:schemeClr val="bg1">
                <a:tint val="98000"/>
                <a:satMod val="130000"/>
                <a:shade val="90000"/>
                <a:lumMod val="12000"/>
                <a:lumOff val="88000"/>
              </a:schemeClr>
            </a:gs>
            <a:gs pos="92000">
              <a:schemeClr val="bg1">
                <a:lumMod val="93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9" y="3664307"/>
            <a:ext cx="3252878" cy="270065"/>
          </a:xfrm>
          <a:solidFill>
            <a:schemeClr val="tx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 van de presentatie</a:t>
            </a:r>
          </a:p>
        </p:txBody>
      </p:sp>
      <p:sp>
        <p:nvSpPr>
          <p:cNvPr id="6" name="Tijdelijke aanduiding voor tekst 5"/>
          <p:cNvSpPr>
            <a:spLocks noGrp="1"/>
          </p:cNvSpPr>
          <p:nvPr>
            <p:ph type="body" sz="quarter" idx="13" hasCustomPrompt="1"/>
          </p:nvPr>
        </p:nvSpPr>
        <p:spPr>
          <a:xfrm>
            <a:off x="548879" y="4723657"/>
            <a:ext cx="3102769" cy="374221"/>
          </a:xfrm>
        </p:spPr>
        <p:txBody>
          <a:bodyPr/>
          <a:lstStyle/>
          <a:p>
            <a:pPr lvl="0"/>
            <a:r>
              <a:rPr lang="nl-NL" dirty="0"/>
              <a:t>Naam van </a:t>
            </a:r>
            <a:r>
              <a:rPr lang="nl-NL"/>
              <a:t>de spreker</a:t>
            </a:r>
            <a:endParaRPr lang="nl-NL" dirty="0"/>
          </a:p>
        </p:txBody>
      </p:sp>
      <p:sp>
        <p:nvSpPr>
          <p:cNvPr id="8" name="Titel 3"/>
          <p:cNvSpPr>
            <a:spLocks noGrp="1"/>
          </p:cNvSpPr>
          <p:nvPr>
            <p:ph type="title" hasCustomPrompt="1"/>
          </p:nvPr>
        </p:nvSpPr>
        <p:spPr>
          <a:xfrm>
            <a:off x="548878" y="3285469"/>
            <a:ext cx="4083344" cy="327200"/>
          </a:xfrm>
        </p:spPr>
        <p:txBody>
          <a:bodyPr tIns="36000" bIns="0"/>
          <a:lstStyle>
            <a:lvl1pPr>
              <a:defRPr sz="2100" strike="noStrike" baseline="0"/>
            </a:lvl1pPr>
          </a:lstStyle>
          <a:p>
            <a:r>
              <a:rPr lang="nl-NL" dirty="0"/>
              <a:t>titel van de presentatie</a:t>
            </a:r>
          </a:p>
        </p:txBody>
      </p:sp>
      <p:sp>
        <p:nvSpPr>
          <p:cNvPr id="11" name="Vrije vorm 10"/>
          <p:cNvSpPr/>
          <p:nvPr/>
        </p:nvSpPr>
        <p:spPr>
          <a:xfrm>
            <a:off x="8244383" y="709339"/>
            <a:ext cx="899592" cy="3112700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  <p:sp>
        <p:nvSpPr>
          <p:cNvPr id="10" name="Tijdelijke aanduiding voor tekst 16"/>
          <p:cNvSpPr>
            <a:spLocks noGrp="1"/>
          </p:cNvSpPr>
          <p:nvPr>
            <p:ph type="body" sz="quarter" idx="14" hasCustomPrompt="1"/>
          </p:nvPr>
        </p:nvSpPr>
        <p:spPr>
          <a:xfrm>
            <a:off x="446441" y="268585"/>
            <a:ext cx="2516400" cy="1184400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666895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ofdstukscherm - grijze ondertitel -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2"/>
          <p:cNvSpPr>
            <a:spLocks noGrp="1"/>
          </p:cNvSpPr>
          <p:nvPr>
            <p:ph type="pic" idx="12"/>
          </p:nvPr>
        </p:nvSpPr>
        <p:spPr>
          <a:xfrm>
            <a:off x="-3220" y="1"/>
            <a:ext cx="9147220" cy="5984875"/>
          </a:xfrm>
        </p:spPr>
        <p:txBody>
          <a:bodyPr lIns="2880000" tIns="756000" rIns="2880000" anchor="t" anchorCtr="0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1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2951386"/>
            <a:ext cx="1280863" cy="270065"/>
          </a:xfrm>
          <a:solidFill>
            <a:schemeClr val="bg1">
              <a:lumMod val="85000"/>
            </a:schemeClr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tx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12" name="Titel 3"/>
          <p:cNvSpPr>
            <a:spLocks noGrp="1"/>
          </p:cNvSpPr>
          <p:nvPr>
            <p:ph type="title" hasCustomPrompt="1"/>
          </p:nvPr>
        </p:nvSpPr>
        <p:spPr>
          <a:xfrm>
            <a:off x="548879" y="2572548"/>
            <a:ext cx="2830757" cy="327200"/>
          </a:xfrm>
        </p:spPr>
        <p:txBody>
          <a:bodyPr tIns="36000" bIns="0"/>
          <a:lstStyle>
            <a:lvl1pPr>
              <a:defRPr sz="2100" strike="noStrike" baseline="0"/>
            </a:lvl1pPr>
          </a:lstStyle>
          <a:p>
            <a:r>
              <a:rPr lang="nl-NL" dirty="0" err="1"/>
              <a:t>HoofdStuk</a:t>
            </a:r>
            <a:r>
              <a:rPr lang="nl-NL" dirty="0"/>
              <a:t> Titel</a:t>
            </a:r>
          </a:p>
        </p:txBody>
      </p:sp>
    </p:spTree>
    <p:extLst>
      <p:ext uri="{BB962C8B-B14F-4D97-AF65-F5344CB8AC3E}">
        <p14:creationId xmlns:p14="http://schemas.microsoft.com/office/powerpoint/2010/main" val="295039203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ofdstukscherm - zwarte ondertitel -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2"/>
          <p:cNvSpPr>
            <a:spLocks noGrp="1"/>
          </p:cNvSpPr>
          <p:nvPr>
            <p:ph type="pic" idx="12"/>
          </p:nvPr>
        </p:nvSpPr>
        <p:spPr>
          <a:xfrm>
            <a:off x="-3220" y="1"/>
            <a:ext cx="9147221" cy="5984875"/>
          </a:xfrm>
        </p:spPr>
        <p:txBody>
          <a:bodyPr lIns="2880000" tIns="756000" rIns="2880000" anchor="t" anchorCtr="0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1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2951386"/>
            <a:ext cx="1280863" cy="270065"/>
          </a:xfrm>
          <a:solidFill>
            <a:schemeClr val="tx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12" name="Titel 3"/>
          <p:cNvSpPr>
            <a:spLocks noGrp="1"/>
          </p:cNvSpPr>
          <p:nvPr>
            <p:ph type="title" hasCustomPrompt="1"/>
          </p:nvPr>
        </p:nvSpPr>
        <p:spPr>
          <a:xfrm>
            <a:off x="548879" y="2572548"/>
            <a:ext cx="2830757" cy="327200"/>
          </a:xfrm>
        </p:spPr>
        <p:txBody>
          <a:bodyPr tIns="36000" bIns="0"/>
          <a:lstStyle>
            <a:lvl1pPr>
              <a:defRPr sz="2100" strike="noStrike" baseline="0"/>
            </a:lvl1pPr>
          </a:lstStyle>
          <a:p>
            <a:r>
              <a:rPr lang="nl-NL" dirty="0" err="1"/>
              <a:t>HoofdStuk</a:t>
            </a:r>
            <a:r>
              <a:rPr lang="nl-NL" dirty="0"/>
              <a:t> Titel</a:t>
            </a:r>
          </a:p>
        </p:txBody>
      </p:sp>
    </p:spTree>
    <p:extLst>
      <p:ext uri="{BB962C8B-B14F-4D97-AF65-F5344CB8AC3E}">
        <p14:creationId xmlns:p14="http://schemas.microsoft.com/office/powerpoint/2010/main" val="1048027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1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6097" y="1104151"/>
            <a:ext cx="1332310" cy="270065"/>
          </a:xfrm>
          <a:solidFill>
            <a:schemeClr val="accent1"/>
          </a:solidFill>
        </p:spPr>
        <p:txBody>
          <a:bodyPr wrap="squar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592624"/>
            <a:ext cx="8039254" cy="38646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tel 3"/>
          <p:cNvSpPr>
            <a:spLocks noGrp="1"/>
          </p:cNvSpPr>
          <p:nvPr>
            <p:ph type="title"/>
          </p:nvPr>
        </p:nvSpPr>
        <p:spPr>
          <a:xfrm>
            <a:off x="476097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52074235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tekst -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592624"/>
            <a:ext cx="8039254" cy="3864616"/>
          </a:xfrm>
        </p:spPr>
        <p:txBody>
          <a:bodyPr numCol="2" spcCol="126000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itel 3"/>
          <p:cNvSpPr>
            <a:spLocks noGrp="1"/>
          </p:cNvSpPr>
          <p:nvPr>
            <p:ph type="title"/>
          </p:nvPr>
        </p:nvSpPr>
        <p:spPr>
          <a:xfrm>
            <a:off x="476096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0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6095" y="1104151"/>
            <a:ext cx="1332311" cy="270065"/>
          </a:xfrm>
          <a:solidFill>
            <a:schemeClr val="accent1"/>
          </a:solidFill>
        </p:spPr>
        <p:txBody>
          <a:bodyPr wrap="squar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27775478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, tekst en één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990141"/>
            <a:ext cx="4674128" cy="33648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sz="quarter" idx="14"/>
          </p:nvPr>
        </p:nvSpPr>
        <p:spPr>
          <a:xfrm>
            <a:off x="5553636" y="683763"/>
            <a:ext cx="3095065" cy="4671220"/>
          </a:xfrm>
        </p:spPr>
        <p:txBody>
          <a:bodyPr tIns="144000"/>
          <a:lstStyle>
            <a:lvl1pPr algn="ctr">
              <a:defRPr sz="9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14199982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, tekst en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990141"/>
            <a:ext cx="4674128" cy="33648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sz="quarter" idx="14"/>
          </p:nvPr>
        </p:nvSpPr>
        <p:spPr>
          <a:xfrm>
            <a:off x="5553636" y="683764"/>
            <a:ext cx="3133165" cy="2241177"/>
          </a:xfrm>
        </p:spPr>
        <p:txBody>
          <a:bodyPr tIns="144000"/>
          <a:lstStyle>
            <a:lvl1pPr algn="ctr">
              <a:defRPr sz="9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ijdelijke aanduiding voor afbeelding 2"/>
          <p:cNvSpPr>
            <a:spLocks noGrp="1"/>
          </p:cNvSpPr>
          <p:nvPr>
            <p:ph type="pic" sz="quarter" idx="15"/>
          </p:nvPr>
        </p:nvSpPr>
        <p:spPr>
          <a:xfrm>
            <a:off x="5553635" y="3113807"/>
            <a:ext cx="3133165" cy="2241177"/>
          </a:xfrm>
        </p:spPr>
        <p:txBody>
          <a:bodyPr tIns="144000"/>
          <a:lstStyle>
            <a:lvl1pPr algn="ctr">
              <a:defRPr sz="9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9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199312662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tekst - drieho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7" y="1230630"/>
            <a:ext cx="7655966" cy="454837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20"/>
          <p:cNvSpPr>
            <a:spLocks noGrp="1"/>
          </p:cNvSpPr>
          <p:nvPr>
            <p:ph type="body" sz="quarter" idx="17" hasCustomPrompt="1"/>
          </p:nvPr>
        </p:nvSpPr>
        <p:spPr>
          <a:xfrm rot="10800000">
            <a:off x="7976094" y="491428"/>
            <a:ext cx="1170268" cy="5757797"/>
          </a:xfrm>
          <a:prstGeom prst="rtTriangle">
            <a:avLst/>
          </a:prstGeom>
          <a:solidFill>
            <a:schemeClr val="accent2"/>
          </a:solidFill>
        </p:spPr>
        <p:txBody>
          <a:bodyPr/>
          <a:lstStyle>
            <a:lvl5pPr marL="933450" indent="0">
              <a:buNone/>
              <a:defRPr baseline="0"/>
            </a:lvl5pPr>
          </a:lstStyle>
          <a:p>
            <a:pPr lvl="4"/>
            <a:r>
              <a:rPr lang="en-US" dirty="0"/>
              <a:t> </a:t>
            </a:r>
          </a:p>
        </p:txBody>
      </p:sp>
      <p:sp>
        <p:nvSpPr>
          <p:cNvPr id="16" name="Titel 3"/>
          <p:cNvSpPr>
            <a:spLocks noGrp="1"/>
          </p:cNvSpPr>
          <p:nvPr>
            <p:ph type="title"/>
          </p:nvPr>
        </p:nvSpPr>
        <p:spPr>
          <a:xfrm>
            <a:off x="476097" y="491429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476097" y="807943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48136158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achtergrond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jdelijke aanduiding voor afbeelding 2"/>
          <p:cNvSpPr>
            <a:spLocks noGrp="1"/>
          </p:cNvSpPr>
          <p:nvPr>
            <p:ph type="pic" idx="12"/>
          </p:nvPr>
        </p:nvSpPr>
        <p:spPr>
          <a:xfrm>
            <a:off x="-3220" y="1"/>
            <a:ext cx="9147221" cy="5984875"/>
          </a:xfrm>
        </p:spPr>
        <p:txBody>
          <a:bodyPr lIns="2880000" tIns="1475999" rIns="2880000" anchor="t" anchorCtr="0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nl-NL" dirty="0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7" y="1990140"/>
            <a:ext cx="2664619" cy="3467100"/>
          </a:xfrm>
        </p:spPr>
        <p:txBody>
          <a:bodyPr/>
          <a:lstStyle>
            <a:lvl1pPr>
              <a:buClr>
                <a:schemeClr val="bg1"/>
              </a:buClr>
              <a:defRPr sz="105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sz="90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sz="90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sz="9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ext Placeholder 20"/>
          <p:cNvSpPr>
            <a:spLocks noGrp="1"/>
          </p:cNvSpPr>
          <p:nvPr>
            <p:ph type="body" sz="quarter" idx="17" hasCustomPrompt="1"/>
          </p:nvPr>
        </p:nvSpPr>
        <p:spPr>
          <a:xfrm rot="10800000">
            <a:off x="7976094" y="2198072"/>
            <a:ext cx="1170268" cy="4051154"/>
          </a:xfrm>
          <a:prstGeom prst="rtTriangle">
            <a:avLst/>
          </a:prstGeom>
          <a:solidFill>
            <a:schemeClr val="accent2"/>
          </a:solidFill>
        </p:spPr>
        <p:txBody>
          <a:bodyPr/>
          <a:lstStyle>
            <a:lvl5pPr marL="933450" indent="0">
              <a:buNone/>
              <a:defRPr baseline="0"/>
            </a:lvl5pPr>
          </a:lstStyle>
          <a:p>
            <a:pPr lvl="4"/>
            <a:r>
              <a:rPr lang="en-US" dirty="0"/>
              <a:t> </a:t>
            </a:r>
          </a:p>
        </p:txBody>
      </p:sp>
      <p:sp>
        <p:nvSpPr>
          <p:cNvPr id="16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7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99875329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76096" y="1990141"/>
            <a:ext cx="3278940" cy="33648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ijdelijke aanduiding voor grafiek 4"/>
          <p:cNvSpPr>
            <a:spLocks noGrp="1"/>
          </p:cNvSpPr>
          <p:nvPr>
            <p:ph type="chart" sz="quarter" idx="14"/>
          </p:nvPr>
        </p:nvSpPr>
        <p:spPr>
          <a:xfrm>
            <a:off x="4227226" y="1990726"/>
            <a:ext cx="4288124" cy="336391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chart</a:t>
            </a:r>
            <a:endParaRPr lang="en-GB"/>
          </a:p>
        </p:txBody>
      </p:sp>
      <p:sp>
        <p:nvSpPr>
          <p:cNvPr id="13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00709258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" name="Tijdelijke aanduiding voor tabel 2"/>
          <p:cNvSpPr>
            <a:spLocks noGrp="1"/>
          </p:cNvSpPr>
          <p:nvPr>
            <p:ph type="tbl" sz="quarter" idx="15"/>
          </p:nvPr>
        </p:nvSpPr>
        <p:spPr>
          <a:xfrm>
            <a:off x="548880" y="1843089"/>
            <a:ext cx="6309121" cy="368828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10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3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426703736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 - 3 topics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1017978" y="2169434"/>
            <a:ext cx="2199869" cy="2814942"/>
          </a:xfrm>
          <a:ln w="4445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13097" indent="0" algn="ctr">
              <a:buNone/>
              <a:tabLst/>
              <a:defRPr>
                <a:solidFill>
                  <a:schemeClr val="accent1"/>
                </a:solidFill>
              </a:defRPr>
            </a:lvl2pPr>
            <a:lvl3pPr marL="13097" indent="0" algn="ctr">
              <a:buNone/>
              <a:tabLst/>
              <a:defRPr>
                <a:solidFill>
                  <a:schemeClr val="accent1"/>
                </a:solidFill>
              </a:defRPr>
            </a:lvl3pPr>
            <a:lvl4pPr marL="13097" indent="0" algn="ctr">
              <a:buNone/>
              <a:tabLst/>
              <a:defRPr>
                <a:solidFill>
                  <a:schemeClr val="accent1"/>
                </a:solidFill>
              </a:defRPr>
            </a:lvl4pPr>
            <a:lvl5pPr marL="13097" indent="0" algn="ctr">
              <a:buNone/>
              <a:tabLst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3485512" y="2169434"/>
            <a:ext cx="2199869" cy="2814942"/>
          </a:xfrm>
          <a:ln w="4445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13097" indent="0" algn="ctr">
              <a:buNone/>
              <a:tabLst/>
              <a:defRPr>
                <a:solidFill>
                  <a:schemeClr val="accent1"/>
                </a:solidFill>
              </a:defRPr>
            </a:lvl2pPr>
            <a:lvl3pPr marL="13097" indent="0" algn="ctr">
              <a:buNone/>
              <a:tabLst/>
              <a:defRPr>
                <a:solidFill>
                  <a:schemeClr val="accent1"/>
                </a:solidFill>
              </a:defRPr>
            </a:lvl3pPr>
            <a:lvl4pPr marL="13097" indent="0" algn="ctr">
              <a:buNone/>
              <a:tabLst/>
              <a:defRPr>
                <a:solidFill>
                  <a:schemeClr val="accent1"/>
                </a:solidFill>
              </a:defRPr>
            </a:lvl4pPr>
            <a:lvl5pPr marL="13097" indent="0" algn="ctr">
              <a:buNone/>
              <a:tabLst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jdelijke aanduiding voor tekst 3"/>
          <p:cNvSpPr>
            <a:spLocks noGrp="1"/>
          </p:cNvSpPr>
          <p:nvPr>
            <p:ph type="body" sz="quarter" idx="15"/>
          </p:nvPr>
        </p:nvSpPr>
        <p:spPr>
          <a:xfrm>
            <a:off x="5953047" y="2169434"/>
            <a:ext cx="2199869" cy="2814942"/>
          </a:xfrm>
          <a:ln w="4445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>
                <a:solidFill>
                  <a:schemeClr val="accent1"/>
                </a:solidFill>
              </a:defRPr>
            </a:lvl1pPr>
            <a:lvl2pPr marL="13097" indent="0" algn="ctr">
              <a:buNone/>
              <a:tabLst/>
              <a:defRPr>
                <a:solidFill>
                  <a:schemeClr val="accent1"/>
                </a:solidFill>
              </a:defRPr>
            </a:lvl2pPr>
            <a:lvl3pPr marL="13097" indent="0" algn="ctr">
              <a:buNone/>
              <a:tabLst/>
              <a:defRPr>
                <a:solidFill>
                  <a:schemeClr val="accent1"/>
                </a:solidFill>
              </a:defRPr>
            </a:lvl3pPr>
            <a:lvl4pPr marL="13097" indent="0" algn="ctr">
              <a:buNone/>
              <a:tabLst/>
              <a:defRPr>
                <a:solidFill>
                  <a:schemeClr val="accent1"/>
                </a:solidFill>
              </a:defRPr>
            </a:lvl4pPr>
            <a:lvl5pPr marL="13097" indent="0" algn="ctr">
              <a:buNone/>
              <a:tabLst/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555845642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 - 3 topics ora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1017978" y="2169434"/>
            <a:ext cx="2199869" cy="2814942"/>
          </a:xfrm>
          <a:ln w="4445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3485512" y="2169434"/>
            <a:ext cx="2199869" cy="2814942"/>
          </a:xfrm>
          <a:ln w="4445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jdelijke aanduiding voor tekst 3"/>
          <p:cNvSpPr>
            <a:spLocks noGrp="1"/>
          </p:cNvSpPr>
          <p:nvPr>
            <p:ph type="body" sz="quarter" idx="15"/>
          </p:nvPr>
        </p:nvSpPr>
        <p:spPr>
          <a:xfrm>
            <a:off x="5953047" y="2169434"/>
            <a:ext cx="2199869" cy="2814942"/>
          </a:xfrm>
          <a:ln w="4445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8" y="782971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115315246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ronde topics -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1017978" y="2169434"/>
            <a:ext cx="2111400" cy="2814942"/>
          </a:xfrm>
          <a:prstGeom prst="ellipse">
            <a:avLst/>
          </a:prstGeom>
          <a:ln w="5080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3485513" y="2169434"/>
            <a:ext cx="2111400" cy="2814942"/>
          </a:xfrm>
          <a:prstGeom prst="ellipse">
            <a:avLst/>
          </a:prstGeom>
          <a:ln w="5080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jdelijke aanduiding voor tekst 3"/>
          <p:cNvSpPr>
            <a:spLocks noGrp="1"/>
          </p:cNvSpPr>
          <p:nvPr>
            <p:ph type="body" sz="quarter" idx="15"/>
          </p:nvPr>
        </p:nvSpPr>
        <p:spPr>
          <a:xfrm>
            <a:off x="5953047" y="2169434"/>
            <a:ext cx="2111400" cy="2814942"/>
          </a:xfrm>
          <a:prstGeom prst="ellipse">
            <a:avLst/>
          </a:prstGeom>
          <a:ln w="50800">
            <a:solidFill>
              <a:schemeClr val="accent1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588985398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ronde topics - ora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1017978" y="2169434"/>
            <a:ext cx="2111400" cy="2814942"/>
          </a:xfrm>
          <a:prstGeom prst="ellipse">
            <a:avLst/>
          </a:prstGeom>
          <a:ln w="5080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3485513" y="2169434"/>
            <a:ext cx="2111400" cy="2814942"/>
          </a:xfrm>
          <a:prstGeom prst="ellipse">
            <a:avLst/>
          </a:prstGeom>
          <a:ln w="5080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Tijdelijke aanduiding voor tekst 3"/>
          <p:cNvSpPr>
            <a:spLocks noGrp="1"/>
          </p:cNvSpPr>
          <p:nvPr>
            <p:ph type="body" sz="quarter" idx="15"/>
          </p:nvPr>
        </p:nvSpPr>
        <p:spPr>
          <a:xfrm>
            <a:off x="5953047" y="2169434"/>
            <a:ext cx="2111400" cy="2814942"/>
          </a:xfrm>
          <a:prstGeom prst="ellipse">
            <a:avLst/>
          </a:prstGeom>
          <a:ln w="50800">
            <a:solidFill>
              <a:schemeClr val="accent2"/>
            </a:solidFill>
          </a:ln>
        </p:spPr>
        <p:txBody>
          <a:bodyPr lIns="180000" tIns="108000" rIns="180000" bIns="108000" anchor="ctr"/>
          <a:lstStyle>
            <a:lvl1pPr algn="ctr">
              <a:defRPr sz="1350"/>
            </a:lvl1pPr>
            <a:lvl2pPr marL="13097" indent="0" algn="ctr">
              <a:buNone/>
              <a:tabLst/>
              <a:defRPr/>
            </a:lvl2pPr>
            <a:lvl3pPr marL="13097" indent="0" algn="ctr">
              <a:buNone/>
              <a:tabLst/>
              <a:defRPr/>
            </a:lvl3pPr>
            <a:lvl4pPr marL="13097" indent="0" algn="ctr">
              <a:buNone/>
              <a:tabLst/>
              <a:defRPr/>
            </a:lvl4pPr>
            <a:lvl5pPr marL="13097" indent="0" algn="ctr">
              <a:buNone/>
              <a:tabLst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4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5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296443350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014932" y="2652754"/>
            <a:ext cx="3114137" cy="1516863"/>
          </a:xfrm>
          <a:prstGeom prst="wedgeRectCallout">
            <a:avLst>
              <a:gd name="adj1" fmla="val -33309"/>
              <a:gd name="adj2" fmla="val 66900"/>
            </a:avLst>
          </a:prstGeom>
          <a:solidFill>
            <a:schemeClr val="accent1"/>
          </a:solidFill>
          <a:ln>
            <a:noFill/>
          </a:ln>
        </p:spPr>
        <p:txBody>
          <a:bodyPr wrap="square" lIns="360000" tIns="360000" rIns="324000" bIns="360000" anchor="ctr">
            <a:spAutoFit/>
          </a:bodyPr>
          <a:lstStyle>
            <a:lvl1pPr algn="l">
              <a:defRPr sz="1500">
                <a:solidFill>
                  <a:schemeClr val="bg1"/>
                </a:solidFill>
              </a:defRPr>
            </a:lvl1pPr>
            <a:lvl2pPr algn="l">
              <a:defRPr sz="1350">
                <a:solidFill>
                  <a:schemeClr val="bg1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179838281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- oran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3014932" y="2652754"/>
            <a:ext cx="3114137" cy="1516863"/>
          </a:xfrm>
          <a:prstGeom prst="wedgeRectCallout">
            <a:avLst>
              <a:gd name="adj1" fmla="val -33309"/>
              <a:gd name="adj2" fmla="val 66900"/>
            </a:avLst>
          </a:prstGeom>
          <a:noFill/>
          <a:ln w="44450">
            <a:solidFill>
              <a:schemeClr val="accent2"/>
            </a:solidFill>
            <a:miter lim="800000"/>
          </a:ln>
        </p:spPr>
        <p:txBody>
          <a:bodyPr wrap="square" lIns="360000" tIns="360000" rIns="324000" bIns="360000" anchor="ctr">
            <a:spAutoFit/>
          </a:bodyPr>
          <a:lstStyle>
            <a:lvl1pPr algn="l">
              <a:defRPr sz="1500">
                <a:solidFill>
                  <a:srgbClr val="0033A0"/>
                </a:solidFill>
              </a:defRPr>
            </a:lvl1pPr>
            <a:lvl2pPr algn="l">
              <a:defRPr sz="1350">
                <a:solidFill>
                  <a:srgbClr val="0033A0"/>
                </a:solidFill>
              </a:defRPr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l-BE" dirty="0"/>
              <a:t>Click to edit Master text styles</a:t>
            </a:r>
          </a:p>
          <a:p>
            <a:pPr lvl="1"/>
            <a:r>
              <a:rPr lang="nl-BE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42345469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met oranje lijn -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6" name="Vrije vorm 5"/>
          <p:cNvSpPr/>
          <p:nvPr/>
        </p:nvSpPr>
        <p:spPr>
          <a:xfrm>
            <a:off x="2735797" y="1798366"/>
            <a:ext cx="218927" cy="2808312"/>
          </a:xfrm>
          <a:custGeom>
            <a:avLst/>
            <a:gdLst>
              <a:gd name="connsiteX0" fmla="*/ 177800 w 184150"/>
              <a:gd name="connsiteY0" fmla="*/ 0 h 1771650"/>
              <a:gd name="connsiteX1" fmla="*/ 177800 w 184150"/>
              <a:gd name="connsiteY1" fmla="*/ 454025 h 1771650"/>
              <a:gd name="connsiteX2" fmla="*/ 0 w 184150"/>
              <a:gd name="connsiteY2" fmla="*/ 454025 h 1771650"/>
              <a:gd name="connsiteX3" fmla="*/ 184150 w 184150"/>
              <a:gd name="connsiteY3" fmla="*/ 898525 h 1771650"/>
              <a:gd name="connsiteX4" fmla="*/ 184150 w 184150"/>
              <a:gd name="connsiteY4" fmla="*/ 1771650 h 1771650"/>
              <a:gd name="connsiteX0" fmla="*/ 177800 w 189210"/>
              <a:gd name="connsiteY0" fmla="*/ 0 h 1771650"/>
              <a:gd name="connsiteX1" fmla="*/ 177800 w 189210"/>
              <a:gd name="connsiteY1" fmla="*/ 454025 h 1771650"/>
              <a:gd name="connsiteX2" fmla="*/ 0 w 189210"/>
              <a:gd name="connsiteY2" fmla="*/ 454025 h 1771650"/>
              <a:gd name="connsiteX3" fmla="*/ 189210 w 189210"/>
              <a:gd name="connsiteY3" fmla="*/ 898525 h 1771650"/>
              <a:gd name="connsiteX4" fmla="*/ 184150 w 189210"/>
              <a:gd name="connsiteY4" fmla="*/ 1771650 h 1771650"/>
              <a:gd name="connsiteX0" fmla="*/ 177800 w 191740"/>
              <a:gd name="connsiteY0" fmla="*/ 0 h 1771650"/>
              <a:gd name="connsiteX1" fmla="*/ 177800 w 191740"/>
              <a:gd name="connsiteY1" fmla="*/ 454025 h 1771650"/>
              <a:gd name="connsiteX2" fmla="*/ 0 w 191740"/>
              <a:gd name="connsiteY2" fmla="*/ 454025 h 1771650"/>
              <a:gd name="connsiteX3" fmla="*/ 191740 w 191740"/>
              <a:gd name="connsiteY3" fmla="*/ 802382 h 1771650"/>
              <a:gd name="connsiteX4" fmla="*/ 184150 w 191740"/>
              <a:gd name="connsiteY4" fmla="*/ 1771650 h 1771650"/>
              <a:gd name="connsiteX0" fmla="*/ 177800 w 186680"/>
              <a:gd name="connsiteY0" fmla="*/ 0 h 1771650"/>
              <a:gd name="connsiteX1" fmla="*/ 177800 w 186680"/>
              <a:gd name="connsiteY1" fmla="*/ 454025 h 1771650"/>
              <a:gd name="connsiteX2" fmla="*/ 0 w 186680"/>
              <a:gd name="connsiteY2" fmla="*/ 454025 h 1771650"/>
              <a:gd name="connsiteX3" fmla="*/ 186680 w 186680"/>
              <a:gd name="connsiteY3" fmla="*/ 802382 h 1771650"/>
              <a:gd name="connsiteX4" fmla="*/ 184150 w 186680"/>
              <a:gd name="connsiteY4" fmla="*/ 1771650 h 1771650"/>
              <a:gd name="connsiteX0" fmla="*/ 177800 w 184150"/>
              <a:gd name="connsiteY0" fmla="*/ 0 h 1771650"/>
              <a:gd name="connsiteX1" fmla="*/ 177800 w 184150"/>
              <a:gd name="connsiteY1" fmla="*/ 454025 h 1771650"/>
              <a:gd name="connsiteX2" fmla="*/ 0 w 184150"/>
              <a:gd name="connsiteY2" fmla="*/ 454025 h 1771650"/>
              <a:gd name="connsiteX3" fmla="*/ 184150 w 184150"/>
              <a:gd name="connsiteY3" fmla="*/ 804912 h 1771650"/>
              <a:gd name="connsiteX4" fmla="*/ 184150 w 184150"/>
              <a:gd name="connsiteY4" fmla="*/ 177165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4150" h="1771650">
                <a:moveTo>
                  <a:pt x="177800" y="0"/>
                </a:moveTo>
                <a:lnTo>
                  <a:pt x="177800" y="454025"/>
                </a:lnTo>
                <a:lnTo>
                  <a:pt x="0" y="454025"/>
                </a:lnTo>
                <a:lnTo>
                  <a:pt x="184150" y="804912"/>
                </a:lnTo>
                <a:lnTo>
                  <a:pt x="184150" y="1771650"/>
                </a:lnTo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800" dirty="0"/>
              <a:t>  </a:t>
            </a:r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1363" y="1865035"/>
            <a:ext cx="3334941" cy="2670175"/>
          </a:xfrm>
        </p:spPr>
        <p:txBody>
          <a:bodyPr anchor="ctr"/>
          <a:lstStyle>
            <a:lvl1pPr algn="just">
              <a:defRPr cap="all" baseline="0"/>
            </a:lvl1pPr>
          </a:lstStyle>
          <a:p>
            <a:pPr lvl="0"/>
            <a:r>
              <a:rPr lang="nl-NL" dirty="0"/>
              <a:t>“Klik om de tekststijl van het model te bewerken”</a:t>
            </a:r>
          </a:p>
        </p:txBody>
      </p:sp>
    </p:spTree>
    <p:extLst>
      <p:ext uri="{BB962C8B-B14F-4D97-AF65-F5344CB8AC3E}">
        <p14:creationId xmlns:p14="http://schemas.microsoft.com/office/powerpoint/2010/main" val="3192959102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kst met blauwe lijn - on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" name="Tijdelijke aanduiding voor tekst 6"/>
          <p:cNvSpPr>
            <a:spLocks noGrp="1"/>
          </p:cNvSpPr>
          <p:nvPr>
            <p:ph type="body" sz="quarter" idx="13" hasCustomPrompt="1"/>
          </p:nvPr>
        </p:nvSpPr>
        <p:spPr>
          <a:xfrm>
            <a:off x="2723872" y="1460305"/>
            <a:ext cx="4243423" cy="2670175"/>
          </a:xfrm>
        </p:spPr>
        <p:txBody>
          <a:bodyPr anchor="b"/>
          <a:lstStyle>
            <a:lvl1pPr algn="just">
              <a:defRPr cap="all" baseline="0"/>
            </a:lvl1pPr>
          </a:lstStyle>
          <a:p>
            <a:pPr lvl="0"/>
            <a:r>
              <a:rPr lang="nl-NL"/>
              <a:t>“Klik </a:t>
            </a:r>
            <a:r>
              <a:rPr lang="nl-NL" dirty="0"/>
              <a:t>om de tekststijl van het model </a:t>
            </a:r>
            <a:r>
              <a:rPr lang="nl-NL"/>
              <a:t>te bewerken”</a:t>
            </a:r>
            <a:endParaRPr lang="nl-NL" dirty="0"/>
          </a:p>
        </p:txBody>
      </p:sp>
      <p:sp>
        <p:nvSpPr>
          <p:cNvPr id="10" name="Vrije vorm 9"/>
          <p:cNvSpPr/>
          <p:nvPr/>
        </p:nvSpPr>
        <p:spPr>
          <a:xfrm>
            <a:off x="2768842" y="4419181"/>
            <a:ext cx="4175968" cy="193637"/>
          </a:xfrm>
          <a:custGeom>
            <a:avLst/>
            <a:gdLst>
              <a:gd name="connsiteX0" fmla="*/ 0 w 4905487"/>
              <a:gd name="connsiteY0" fmla="*/ 0 h 193637"/>
              <a:gd name="connsiteX1" fmla="*/ 419548 w 4905487"/>
              <a:gd name="connsiteY1" fmla="*/ 0 h 193637"/>
              <a:gd name="connsiteX2" fmla="*/ 419548 w 4905487"/>
              <a:gd name="connsiteY2" fmla="*/ 193637 h 193637"/>
              <a:gd name="connsiteX3" fmla="*/ 910814 w 4905487"/>
              <a:gd name="connsiteY3" fmla="*/ 3585 h 193637"/>
              <a:gd name="connsiteX4" fmla="*/ 4905487 w 4905487"/>
              <a:gd name="connsiteY4" fmla="*/ 3585 h 193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05487" h="193637">
                <a:moveTo>
                  <a:pt x="0" y="0"/>
                </a:moveTo>
                <a:lnTo>
                  <a:pt x="419548" y="0"/>
                </a:lnTo>
                <a:lnTo>
                  <a:pt x="419548" y="193637"/>
                </a:lnTo>
                <a:lnTo>
                  <a:pt x="910814" y="3585"/>
                </a:lnTo>
                <a:lnTo>
                  <a:pt x="4905487" y="3585"/>
                </a:lnTo>
              </a:path>
            </a:pathLst>
          </a:cu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</p:spTree>
    <p:extLst>
      <p:ext uri="{BB962C8B-B14F-4D97-AF65-F5344CB8AC3E}">
        <p14:creationId xmlns:p14="http://schemas.microsoft.com/office/powerpoint/2010/main" val="2481741738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ote tekst met pat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34" name="Tijdelijke aanduiding voor tekst 33"/>
          <p:cNvSpPr>
            <a:spLocks noGrp="1"/>
          </p:cNvSpPr>
          <p:nvPr>
            <p:ph type="body" sz="quarter" idx="13"/>
          </p:nvPr>
        </p:nvSpPr>
        <p:spPr>
          <a:xfrm>
            <a:off x="888596" y="475669"/>
            <a:ext cx="3169991" cy="5070692"/>
          </a:xfrm>
        </p:spPr>
        <p:txBody>
          <a:bodyPr>
            <a:noAutofit/>
          </a:bodyPr>
          <a:lstStyle>
            <a:lvl1pPr>
              <a:lnSpc>
                <a:spcPct val="70000"/>
              </a:lnSpc>
              <a:defRPr sz="6750" b="1" i="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1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529037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873128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3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7217219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4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561310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5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7905401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6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8249492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7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8593583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8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535697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9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879788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0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7223879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1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7567970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2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7912061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3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256152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4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600243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5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6535697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6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6879788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7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7223879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8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7567970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09" name="Text Placeholder 4"/>
          <p:cNvSpPr>
            <a:spLocks noGrp="1"/>
          </p:cNvSpPr>
          <p:nvPr>
            <p:ph type="body" sz="quarter" idx="32" hasCustomPrompt="1"/>
          </p:nvPr>
        </p:nvSpPr>
        <p:spPr>
          <a:xfrm>
            <a:off x="7912061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0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8256152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1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8600243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2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6535889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3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6879980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4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7224071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5" name="Text Placeholder 4"/>
          <p:cNvSpPr>
            <a:spLocks noGrp="1"/>
          </p:cNvSpPr>
          <p:nvPr>
            <p:ph type="body" sz="quarter" idx="38" hasCustomPrompt="1"/>
          </p:nvPr>
        </p:nvSpPr>
        <p:spPr>
          <a:xfrm>
            <a:off x="7568162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6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7912253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7" name="Text Placeholder 4"/>
          <p:cNvSpPr>
            <a:spLocks noGrp="1"/>
          </p:cNvSpPr>
          <p:nvPr>
            <p:ph type="body" sz="quarter" idx="40" hasCustomPrompt="1"/>
          </p:nvPr>
        </p:nvSpPr>
        <p:spPr>
          <a:xfrm>
            <a:off x="8256344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118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8600435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3057143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ondertitel en tekst met pat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quarter" idx="13"/>
          </p:nvPr>
        </p:nvSpPr>
        <p:spPr>
          <a:xfrm>
            <a:off x="468325" y="2005130"/>
            <a:ext cx="5018075" cy="3467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68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69" name="Text Placeholder 4"/>
          <p:cNvSpPr>
            <a:spLocks noGrp="1"/>
          </p:cNvSpPr>
          <p:nvPr>
            <p:ph type="body" sz="quarter" idx="14" hasCustomPrompt="1"/>
          </p:nvPr>
        </p:nvSpPr>
        <p:spPr>
          <a:xfrm>
            <a:off x="6529037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0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873128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1" name="Text Placeholder 4"/>
          <p:cNvSpPr>
            <a:spLocks noGrp="1"/>
          </p:cNvSpPr>
          <p:nvPr>
            <p:ph type="body" sz="quarter" idx="16" hasCustomPrompt="1"/>
          </p:nvPr>
        </p:nvSpPr>
        <p:spPr>
          <a:xfrm>
            <a:off x="7217219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2" name="Text Placehol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561310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3" name="Text Placeholder 4"/>
          <p:cNvSpPr>
            <a:spLocks noGrp="1"/>
          </p:cNvSpPr>
          <p:nvPr>
            <p:ph type="body" sz="quarter" idx="18" hasCustomPrompt="1"/>
          </p:nvPr>
        </p:nvSpPr>
        <p:spPr>
          <a:xfrm>
            <a:off x="7905401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4" name="Text Placeholder 4"/>
          <p:cNvSpPr>
            <a:spLocks noGrp="1"/>
          </p:cNvSpPr>
          <p:nvPr>
            <p:ph type="body" sz="quarter" idx="19" hasCustomPrompt="1"/>
          </p:nvPr>
        </p:nvSpPr>
        <p:spPr>
          <a:xfrm>
            <a:off x="8249492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5" name="Text Placeholder 4"/>
          <p:cNvSpPr>
            <a:spLocks noGrp="1"/>
          </p:cNvSpPr>
          <p:nvPr>
            <p:ph type="body" sz="quarter" idx="20" hasCustomPrompt="1"/>
          </p:nvPr>
        </p:nvSpPr>
        <p:spPr>
          <a:xfrm>
            <a:off x="8593583" y="259570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6" name="Text Placehol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6535697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7" name="Text Placeholder 4"/>
          <p:cNvSpPr>
            <a:spLocks noGrp="1"/>
          </p:cNvSpPr>
          <p:nvPr>
            <p:ph type="body" sz="quarter" idx="22" hasCustomPrompt="1"/>
          </p:nvPr>
        </p:nvSpPr>
        <p:spPr>
          <a:xfrm>
            <a:off x="6879788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8" name="Text Placeholder 4"/>
          <p:cNvSpPr>
            <a:spLocks noGrp="1"/>
          </p:cNvSpPr>
          <p:nvPr>
            <p:ph type="body" sz="quarter" idx="23" hasCustomPrompt="1"/>
          </p:nvPr>
        </p:nvSpPr>
        <p:spPr>
          <a:xfrm>
            <a:off x="7223879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79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7567970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0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7912061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1" name="Text Placeholder 4"/>
          <p:cNvSpPr>
            <a:spLocks noGrp="1"/>
          </p:cNvSpPr>
          <p:nvPr>
            <p:ph type="body" sz="quarter" idx="26" hasCustomPrompt="1"/>
          </p:nvPr>
        </p:nvSpPr>
        <p:spPr>
          <a:xfrm>
            <a:off x="8256152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2" name="Text Placeholder 4"/>
          <p:cNvSpPr>
            <a:spLocks noGrp="1"/>
          </p:cNvSpPr>
          <p:nvPr>
            <p:ph type="body" sz="quarter" idx="27" hasCustomPrompt="1"/>
          </p:nvPr>
        </p:nvSpPr>
        <p:spPr>
          <a:xfrm>
            <a:off x="8600243" y="1415164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3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6535697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4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6879788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5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7223879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6" name="Text Placeholder 4"/>
          <p:cNvSpPr>
            <a:spLocks noGrp="1"/>
          </p:cNvSpPr>
          <p:nvPr>
            <p:ph type="body" sz="quarter" idx="31" hasCustomPrompt="1"/>
          </p:nvPr>
        </p:nvSpPr>
        <p:spPr>
          <a:xfrm>
            <a:off x="7567970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7" name="Text Placeholder 4"/>
          <p:cNvSpPr>
            <a:spLocks noGrp="1"/>
          </p:cNvSpPr>
          <p:nvPr>
            <p:ph type="body" sz="quarter" idx="32" hasCustomPrompt="1"/>
          </p:nvPr>
        </p:nvSpPr>
        <p:spPr>
          <a:xfrm>
            <a:off x="7912061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8" name="Text Placeholder 4"/>
          <p:cNvSpPr>
            <a:spLocks noGrp="1"/>
          </p:cNvSpPr>
          <p:nvPr>
            <p:ph type="body" sz="quarter" idx="33" hasCustomPrompt="1"/>
          </p:nvPr>
        </p:nvSpPr>
        <p:spPr>
          <a:xfrm>
            <a:off x="8256152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89" name="Text Placeholder 4"/>
          <p:cNvSpPr>
            <a:spLocks noGrp="1"/>
          </p:cNvSpPr>
          <p:nvPr>
            <p:ph type="body" sz="quarter" idx="34" hasCustomPrompt="1"/>
          </p:nvPr>
        </p:nvSpPr>
        <p:spPr>
          <a:xfrm>
            <a:off x="8600243" y="2567683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0" name="Text Placeholder 4"/>
          <p:cNvSpPr>
            <a:spLocks noGrp="1"/>
          </p:cNvSpPr>
          <p:nvPr>
            <p:ph type="body" sz="quarter" idx="35" hasCustomPrompt="1"/>
          </p:nvPr>
        </p:nvSpPr>
        <p:spPr>
          <a:xfrm>
            <a:off x="6535889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1" name="Text Placeholder 4"/>
          <p:cNvSpPr>
            <a:spLocks noGrp="1"/>
          </p:cNvSpPr>
          <p:nvPr>
            <p:ph type="body" sz="quarter" idx="36" hasCustomPrompt="1"/>
          </p:nvPr>
        </p:nvSpPr>
        <p:spPr>
          <a:xfrm>
            <a:off x="6879980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2" name="Text Placeholder 4"/>
          <p:cNvSpPr>
            <a:spLocks noGrp="1"/>
          </p:cNvSpPr>
          <p:nvPr>
            <p:ph type="body" sz="quarter" idx="37" hasCustomPrompt="1"/>
          </p:nvPr>
        </p:nvSpPr>
        <p:spPr>
          <a:xfrm>
            <a:off x="7224071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3" name="Text Placeholder 4"/>
          <p:cNvSpPr>
            <a:spLocks noGrp="1"/>
          </p:cNvSpPr>
          <p:nvPr>
            <p:ph type="body" sz="quarter" idx="38" hasCustomPrompt="1"/>
          </p:nvPr>
        </p:nvSpPr>
        <p:spPr>
          <a:xfrm>
            <a:off x="7568162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4" name="Text Placeholder 4"/>
          <p:cNvSpPr>
            <a:spLocks noGrp="1"/>
          </p:cNvSpPr>
          <p:nvPr>
            <p:ph type="body" sz="quarter" idx="39" hasCustomPrompt="1"/>
          </p:nvPr>
        </p:nvSpPr>
        <p:spPr>
          <a:xfrm>
            <a:off x="7912253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5" name="Text Placeholder 4"/>
          <p:cNvSpPr>
            <a:spLocks noGrp="1"/>
          </p:cNvSpPr>
          <p:nvPr>
            <p:ph type="body" sz="quarter" idx="40" hasCustomPrompt="1"/>
          </p:nvPr>
        </p:nvSpPr>
        <p:spPr>
          <a:xfrm>
            <a:off x="8256344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6" name="Text Placeholder 4"/>
          <p:cNvSpPr>
            <a:spLocks noGrp="1"/>
          </p:cNvSpPr>
          <p:nvPr>
            <p:ph type="body" sz="quarter" idx="41" hasCustomPrompt="1"/>
          </p:nvPr>
        </p:nvSpPr>
        <p:spPr>
          <a:xfrm>
            <a:off x="8600435" y="3723277"/>
            <a:ext cx="344091" cy="1149350"/>
          </a:xfrm>
          <a:custGeom>
            <a:avLst/>
            <a:gdLst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1149350 h 1149350"/>
              <a:gd name="connsiteX4" fmla="*/ 0 w 458788"/>
              <a:gd name="connsiteY4" fmla="*/ 0 h 1149350"/>
              <a:gd name="connsiteX0" fmla="*/ 0 w 458788"/>
              <a:gd name="connsiteY0" fmla="*/ 0 h 1149350"/>
              <a:gd name="connsiteX1" fmla="*/ 458788 w 458788"/>
              <a:gd name="connsiteY1" fmla="*/ 0 h 1149350"/>
              <a:gd name="connsiteX2" fmla="*/ 458788 w 458788"/>
              <a:gd name="connsiteY2" fmla="*/ 1149350 h 1149350"/>
              <a:gd name="connsiteX3" fmla="*/ 0 w 458788"/>
              <a:gd name="connsiteY3" fmla="*/ 0 h 1149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8788" h="1149350">
                <a:moveTo>
                  <a:pt x="0" y="0"/>
                </a:moveTo>
                <a:lnTo>
                  <a:pt x="458788" y="0"/>
                </a:lnTo>
                <a:lnTo>
                  <a:pt x="458788" y="11493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nl-BE" dirty="0"/>
              <a:t> </a:t>
            </a:r>
          </a:p>
        </p:txBody>
      </p:sp>
      <p:sp>
        <p:nvSpPr>
          <p:cNvPr id="97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115083972"/>
      </p:ext>
    </p:extLst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nder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13" name="Titel 3"/>
          <p:cNvSpPr>
            <a:spLocks noGrp="1"/>
          </p:cNvSpPr>
          <p:nvPr>
            <p:ph type="title"/>
          </p:nvPr>
        </p:nvSpPr>
        <p:spPr>
          <a:xfrm>
            <a:off x="548878" y="787637"/>
            <a:ext cx="4199914" cy="264876"/>
          </a:xfrm>
        </p:spPr>
        <p:txBody>
          <a:bodyPr tIns="36000" bIns="0"/>
          <a:lstStyle>
            <a:lvl1pPr>
              <a:defRPr sz="1650" strike="noStrike" baseline="0"/>
            </a:lvl1pPr>
          </a:lstStyle>
          <a:p>
            <a:r>
              <a:rPr lang="en-US"/>
              <a:t>Click to edit Master title style</a:t>
            </a:r>
            <a:endParaRPr lang="nl-NL" dirty="0"/>
          </a:p>
        </p:txBody>
      </p:sp>
      <p:sp>
        <p:nvSpPr>
          <p:cNvPr id="14" name="Ondertitel 2"/>
          <p:cNvSpPr>
            <a:spLocks noGrp="1"/>
          </p:cNvSpPr>
          <p:nvPr>
            <p:ph type="subTitle" idx="1" hasCustomPrompt="1"/>
          </p:nvPr>
        </p:nvSpPr>
        <p:spPr>
          <a:xfrm>
            <a:off x="548878" y="1104151"/>
            <a:ext cx="1280863" cy="270065"/>
          </a:xfrm>
          <a:solidFill>
            <a:schemeClr val="accent1"/>
          </a:solidFill>
        </p:spPr>
        <p:txBody>
          <a:bodyPr wrap="none" lIns="0" tIns="36000" bIns="36000" anchor="t" anchorCtr="0">
            <a:spAutoFit/>
          </a:bodyPr>
          <a:lstStyle>
            <a:lvl1pPr marL="72629" indent="0" algn="l">
              <a:buNone/>
              <a:tabLst/>
              <a:defRPr lang="nl-NL" sz="1350" kern="1200" cap="all" baseline="0" dirty="0" smtClean="0">
                <a:solidFill>
                  <a:schemeClr val="bg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nl-NL" dirty="0"/>
              <a:t>Ondertitel</a:t>
            </a:r>
          </a:p>
        </p:txBody>
      </p:sp>
    </p:spTree>
    <p:extLst>
      <p:ext uri="{BB962C8B-B14F-4D97-AF65-F5344CB8AC3E}">
        <p14:creationId xmlns:p14="http://schemas.microsoft.com/office/powerpoint/2010/main" val="3234317243"/>
      </p:ext>
    </p:extLst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g scher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96002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oo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jdelijke aanduiding voor voettekst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4" name="Vrije vorm 3"/>
          <p:cNvSpPr/>
          <p:nvPr/>
        </p:nvSpPr>
        <p:spPr>
          <a:xfrm>
            <a:off x="3733525" y="1362518"/>
            <a:ext cx="172442" cy="3777307"/>
          </a:xfrm>
          <a:custGeom>
            <a:avLst/>
            <a:gdLst>
              <a:gd name="connsiteX0" fmla="*/ 177800 w 184150"/>
              <a:gd name="connsiteY0" fmla="*/ 0 h 1771650"/>
              <a:gd name="connsiteX1" fmla="*/ 177800 w 184150"/>
              <a:gd name="connsiteY1" fmla="*/ 454025 h 1771650"/>
              <a:gd name="connsiteX2" fmla="*/ 0 w 184150"/>
              <a:gd name="connsiteY2" fmla="*/ 454025 h 1771650"/>
              <a:gd name="connsiteX3" fmla="*/ 184150 w 184150"/>
              <a:gd name="connsiteY3" fmla="*/ 898525 h 1771650"/>
              <a:gd name="connsiteX4" fmla="*/ 184150 w 184150"/>
              <a:gd name="connsiteY4" fmla="*/ 1771650 h 1771650"/>
              <a:gd name="connsiteX0" fmla="*/ 177800 w 189210"/>
              <a:gd name="connsiteY0" fmla="*/ 0 h 1771650"/>
              <a:gd name="connsiteX1" fmla="*/ 177800 w 189210"/>
              <a:gd name="connsiteY1" fmla="*/ 454025 h 1771650"/>
              <a:gd name="connsiteX2" fmla="*/ 0 w 189210"/>
              <a:gd name="connsiteY2" fmla="*/ 454025 h 1771650"/>
              <a:gd name="connsiteX3" fmla="*/ 189210 w 189210"/>
              <a:gd name="connsiteY3" fmla="*/ 898525 h 1771650"/>
              <a:gd name="connsiteX4" fmla="*/ 184150 w 189210"/>
              <a:gd name="connsiteY4" fmla="*/ 1771650 h 1771650"/>
              <a:gd name="connsiteX0" fmla="*/ 177800 w 191740"/>
              <a:gd name="connsiteY0" fmla="*/ 0 h 1771650"/>
              <a:gd name="connsiteX1" fmla="*/ 177800 w 191740"/>
              <a:gd name="connsiteY1" fmla="*/ 454025 h 1771650"/>
              <a:gd name="connsiteX2" fmla="*/ 0 w 191740"/>
              <a:gd name="connsiteY2" fmla="*/ 454025 h 1771650"/>
              <a:gd name="connsiteX3" fmla="*/ 191740 w 191740"/>
              <a:gd name="connsiteY3" fmla="*/ 802382 h 1771650"/>
              <a:gd name="connsiteX4" fmla="*/ 184150 w 191740"/>
              <a:gd name="connsiteY4" fmla="*/ 1771650 h 1771650"/>
              <a:gd name="connsiteX0" fmla="*/ 177800 w 186680"/>
              <a:gd name="connsiteY0" fmla="*/ 0 h 1771650"/>
              <a:gd name="connsiteX1" fmla="*/ 177800 w 186680"/>
              <a:gd name="connsiteY1" fmla="*/ 454025 h 1771650"/>
              <a:gd name="connsiteX2" fmla="*/ 0 w 186680"/>
              <a:gd name="connsiteY2" fmla="*/ 454025 h 1771650"/>
              <a:gd name="connsiteX3" fmla="*/ 186680 w 186680"/>
              <a:gd name="connsiteY3" fmla="*/ 802382 h 1771650"/>
              <a:gd name="connsiteX4" fmla="*/ 184150 w 186680"/>
              <a:gd name="connsiteY4" fmla="*/ 1771650 h 1771650"/>
              <a:gd name="connsiteX0" fmla="*/ 177800 w 184150"/>
              <a:gd name="connsiteY0" fmla="*/ 0 h 1771650"/>
              <a:gd name="connsiteX1" fmla="*/ 177800 w 184150"/>
              <a:gd name="connsiteY1" fmla="*/ 454025 h 1771650"/>
              <a:gd name="connsiteX2" fmla="*/ 0 w 184150"/>
              <a:gd name="connsiteY2" fmla="*/ 454025 h 1771650"/>
              <a:gd name="connsiteX3" fmla="*/ 184150 w 184150"/>
              <a:gd name="connsiteY3" fmla="*/ 804912 h 1771650"/>
              <a:gd name="connsiteX4" fmla="*/ 184150 w 184150"/>
              <a:gd name="connsiteY4" fmla="*/ 1771650 h 1771650"/>
              <a:gd name="connsiteX0" fmla="*/ 205601 w 211951"/>
              <a:gd name="connsiteY0" fmla="*/ 0 h 1771650"/>
              <a:gd name="connsiteX1" fmla="*/ 205601 w 211951"/>
              <a:gd name="connsiteY1" fmla="*/ 454025 h 1771650"/>
              <a:gd name="connsiteX2" fmla="*/ 0 w 211951"/>
              <a:gd name="connsiteY2" fmla="*/ 106521 h 1771650"/>
              <a:gd name="connsiteX3" fmla="*/ 211951 w 211951"/>
              <a:gd name="connsiteY3" fmla="*/ 804912 h 1771650"/>
              <a:gd name="connsiteX4" fmla="*/ 211951 w 211951"/>
              <a:gd name="connsiteY4" fmla="*/ 1771650 h 1771650"/>
              <a:gd name="connsiteX0" fmla="*/ 205601 w 211951"/>
              <a:gd name="connsiteY0" fmla="*/ 0 h 1771650"/>
              <a:gd name="connsiteX1" fmla="*/ 202125 w 211951"/>
              <a:gd name="connsiteY1" fmla="*/ 120420 h 1771650"/>
              <a:gd name="connsiteX2" fmla="*/ 0 w 211951"/>
              <a:gd name="connsiteY2" fmla="*/ 106521 h 1771650"/>
              <a:gd name="connsiteX3" fmla="*/ 211951 w 211951"/>
              <a:gd name="connsiteY3" fmla="*/ 804912 h 1771650"/>
              <a:gd name="connsiteX4" fmla="*/ 211951 w 211951"/>
              <a:gd name="connsiteY4" fmla="*/ 1771650 h 1771650"/>
              <a:gd name="connsiteX0" fmla="*/ 205601 w 216025"/>
              <a:gd name="connsiteY0" fmla="*/ 0 h 1771650"/>
              <a:gd name="connsiteX1" fmla="*/ 216025 w 216025"/>
              <a:gd name="connsiteY1" fmla="*/ 113470 h 1771650"/>
              <a:gd name="connsiteX2" fmla="*/ 0 w 216025"/>
              <a:gd name="connsiteY2" fmla="*/ 106521 h 1771650"/>
              <a:gd name="connsiteX3" fmla="*/ 211951 w 216025"/>
              <a:gd name="connsiteY3" fmla="*/ 804912 h 1771650"/>
              <a:gd name="connsiteX4" fmla="*/ 211951 w 216025"/>
              <a:gd name="connsiteY4" fmla="*/ 1771650 h 1771650"/>
              <a:gd name="connsiteX0" fmla="*/ 205601 w 211951"/>
              <a:gd name="connsiteY0" fmla="*/ 0 h 1771650"/>
              <a:gd name="connsiteX1" fmla="*/ 202125 w 211951"/>
              <a:gd name="connsiteY1" fmla="*/ 116945 h 1771650"/>
              <a:gd name="connsiteX2" fmla="*/ 0 w 211951"/>
              <a:gd name="connsiteY2" fmla="*/ 106521 h 1771650"/>
              <a:gd name="connsiteX3" fmla="*/ 211951 w 211951"/>
              <a:gd name="connsiteY3" fmla="*/ 804912 h 1771650"/>
              <a:gd name="connsiteX4" fmla="*/ 211951 w 211951"/>
              <a:gd name="connsiteY4" fmla="*/ 1771650 h 1771650"/>
              <a:gd name="connsiteX0" fmla="*/ 205601 w 211951"/>
              <a:gd name="connsiteY0" fmla="*/ 0 h 1771650"/>
              <a:gd name="connsiteX1" fmla="*/ 209075 w 211951"/>
              <a:gd name="connsiteY1" fmla="*/ 120420 h 1771650"/>
              <a:gd name="connsiteX2" fmla="*/ 0 w 211951"/>
              <a:gd name="connsiteY2" fmla="*/ 106521 h 1771650"/>
              <a:gd name="connsiteX3" fmla="*/ 211951 w 211951"/>
              <a:gd name="connsiteY3" fmla="*/ 804912 h 1771650"/>
              <a:gd name="connsiteX4" fmla="*/ 211951 w 211951"/>
              <a:gd name="connsiteY4" fmla="*/ 1771650 h 1771650"/>
              <a:gd name="connsiteX0" fmla="*/ 195176 w 201526"/>
              <a:gd name="connsiteY0" fmla="*/ 0 h 1771650"/>
              <a:gd name="connsiteX1" fmla="*/ 198650 w 201526"/>
              <a:gd name="connsiteY1" fmla="*/ 120420 h 1771650"/>
              <a:gd name="connsiteX2" fmla="*/ 0 w 201526"/>
              <a:gd name="connsiteY2" fmla="*/ 116947 h 1771650"/>
              <a:gd name="connsiteX3" fmla="*/ 201526 w 201526"/>
              <a:gd name="connsiteY3" fmla="*/ 804912 h 1771650"/>
              <a:gd name="connsiteX4" fmla="*/ 201526 w 201526"/>
              <a:gd name="connsiteY4" fmla="*/ 1771650 h 1771650"/>
              <a:gd name="connsiteX0" fmla="*/ 195176 w 201526"/>
              <a:gd name="connsiteY0" fmla="*/ 0 h 1771650"/>
              <a:gd name="connsiteX1" fmla="*/ 198650 w 201526"/>
              <a:gd name="connsiteY1" fmla="*/ 120420 h 1771650"/>
              <a:gd name="connsiteX2" fmla="*/ 0 w 201526"/>
              <a:gd name="connsiteY2" fmla="*/ 106521 h 1771650"/>
              <a:gd name="connsiteX3" fmla="*/ 201526 w 201526"/>
              <a:gd name="connsiteY3" fmla="*/ 804912 h 1771650"/>
              <a:gd name="connsiteX4" fmla="*/ 201526 w 201526"/>
              <a:gd name="connsiteY4" fmla="*/ 1771650 h 1771650"/>
              <a:gd name="connsiteX0" fmla="*/ 191701 w 198051"/>
              <a:gd name="connsiteY0" fmla="*/ 0 h 1771650"/>
              <a:gd name="connsiteX1" fmla="*/ 195175 w 198051"/>
              <a:gd name="connsiteY1" fmla="*/ 120420 h 1771650"/>
              <a:gd name="connsiteX2" fmla="*/ 0 w 198051"/>
              <a:gd name="connsiteY2" fmla="*/ 116947 h 1771650"/>
              <a:gd name="connsiteX3" fmla="*/ 198051 w 198051"/>
              <a:gd name="connsiteY3" fmla="*/ 804912 h 1771650"/>
              <a:gd name="connsiteX4" fmla="*/ 198051 w 198051"/>
              <a:gd name="connsiteY4" fmla="*/ 1771650 h 1771650"/>
              <a:gd name="connsiteX0" fmla="*/ 191701 w 198051"/>
              <a:gd name="connsiteY0" fmla="*/ 0 h 1771650"/>
              <a:gd name="connsiteX1" fmla="*/ 190902 w 198051"/>
              <a:gd name="connsiteY1" fmla="*/ 122556 h 1771650"/>
              <a:gd name="connsiteX2" fmla="*/ 0 w 198051"/>
              <a:gd name="connsiteY2" fmla="*/ 116947 h 1771650"/>
              <a:gd name="connsiteX3" fmla="*/ 198051 w 198051"/>
              <a:gd name="connsiteY3" fmla="*/ 804912 h 1771650"/>
              <a:gd name="connsiteX4" fmla="*/ 198051 w 198051"/>
              <a:gd name="connsiteY4" fmla="*/ 1771650 h 1771650"/>
              <a:gd name="connsiteX0" fmla="*/ 155380 w 161730"/>
              <a:gd name="connsiteY0" fmla="*/ 0 h 1771650"/>
              <a:gd name="connsiteX1" fmla="*/ 154581 w 161730"/>
              <a:gd name="connsiteY1" fmla="*/ 122556 h 1771650"/>
              <a:gd name="connsiteX2" fmla="*/ 0 w 161730"/>
              <a:gd name="connsiteY2" fmla="*/ 116947 h 1771650"/>
              <a:gd name="connsiteX3" fmla="*/ 161730 w 161730"/>
              <a:gd name="connsiteY3" fmla="*/ 804912 h 1771650"/>
              <a:gd name="connsiteX4" fmla="*/ 161730 w 161730"/>
              <a:gd name="connsiteY4" fmla="*/ 1771650 h 1771650"/>
              <a:gd name="connsiteX0" fmla="*/ 140425 w 146775"/>
              <a:gd name="connsiteY0" fmla="*/ 0 h 1771650"/>
              <a:gd name="connsiteX1" fmla="*/ 139626 w 146775"/>
              <a:gd name="connsiteY1" fmla="*/ 122556 h 1771650"/>
              <a:gd name="connsiteX2" fmla="*/ 0 w 146775"/>
              <a:gd name="connsiteY2" fmla="*/ 116947 h 1771650"/>
              <a:gd name="connsiteX3" fmla="*/ 146775 w 146775"/>
              <a:gd name="connsiteY3" fmla="*/ 804912 h 1771650"/>
              <a:gd name="connsiteX4" fmla="*/ 146775 w 146775"/>
              <a:gd name="connsiteY4" fmla="*/ 1771650 h 1771650"/>
              <a:gd name="connsiteX0" fmla="*/ 138289 w 144639"/>
              <a:gd name="connsiteY0" fmla="*/ 0 h 1771650"/>
              <a:gd name="connsiteX1" fmla="*/ 137490 w 144639"/>
              <a:gd name="connsiteY1" fmla="*/ 122556 h 1771650"/>
              <a:gd name="connsiteX2" fmla="*/ 0 w 144639"/>
              <a:gd name="connsiteY2" fmla="*/ 121220 h 1771650"/>
              <a:gd name="connsiteX3" fmla="*/ 144639 w 144639"/>
              <a:gd name="connsiteY3" fmla="*/ 804912 h 1771650"/>
              <a:gd name="connsiteX4" fmla="*/ 144639 w 144639"/>
              <a:gd name="connsiteY4" fmla="*/ 1771650 h 1771650"/>
              <a:gd name="connsiteX0" fmla="*/ 138289 w 144639"/>
              <a:gd name="connsiteY0" fmla="*/ 0 h 1771650"/>
              <a:gd name="connsiteX1" fmla="*/ 137490 w 144639"/>
              <a:gd name="connsiteY1" fmla="*/ 122556 h 1771650"/>
              <a:gd name="connsiteX2" fmla="*/ 0 w 144639"/>
              <a:gd name="connsiteY2" fmla="*/ 121220 h 1771650"/>
              <a:gd name="connsiteX3" fmla="*/ 140366 w 144639"/>
              <a:gd name="connsiteY3" fmla="*/ 339153 h 1771650"/>
              <a:gd name="connsiteX4" fmla="*/ 144639 w 144639"/>
              <a:gd name="connsiteY4" fmla="*/ 1771650 h 1771650"/>
              <a:gd name="connsiteX0" fmla="*/ 138289 w 147034"/>
              <a:gd name="connsiteY0" fmla="*/ 0 h 1771650"/>
              <a:gd name="connsiteX1" fmla="*/ 137490 w 147034"/>
              <a:gd name="connsiteY1" fmla="*/ 122556 h 1771650"/>
              <a:gd name="connsiteX2" fmla="*/ 0 w 147034"/>
              <a:gd name="connsiteY2" fmla="*/ 121220 h 1771650"/>
              <a:gd name="connsiteX3" fmla="*/ 146776 w 147034"/>
              <a:gd name="connsiteY3" fmla="*/ 364791 h 1771650"/>
              <a:gd name="connsiteX4" fmla="*/ 144639 w 147034"/>
              <a:gd name="connsiteY4" fmla="*/ 1771650 h 1771650"/>
              <a:gd name="connsiteX0" fmla="*/ 138289 w 144639"/>
              <a:gd name="connsiteY0" fmla="*/ 0 h 1771650"/>
              <a:gd name="connsiteX1" fmla="*/ 137490 w 144639"/>
              <a:gd name="connsiteY1" fmla="*/ 122556 h 1771650"/>
              <a:gd name="connsiteX2" fmla="*/ 0 w 144639"/>
              <a:gd name="connsiteY2" fmla="*/ 121220 h 1771650"/>
              <a:gd name="connsiteX3" fmla="*/ 140366 w 144639"/>
              <a:gd name="connsiteY3" fmla="*/ 362655 h 1771650"/>
              <a:gd name="connsiteX4" fmla="*/ 144639 w 144639"/>
              <a:gd name="connsiteY4" fmla="*/ 1771650 h 1771650"/>
              <a:gd name="connsiteX0" fmla="*/ 138289 w 145050"/>
              <a:gd name="connsiteY0" fmla="*/ 0 h 1771650"/>
              <a:gd name="connsiteX1" fmla="*/ 137490 w 145050"/>
              <a:gd name="connsiteY1" fmla="*/ 122556 h 1771650"/>
              <a:gd name="connsiteX2" fmla="*/ 0 w 145050"/>
              <a:gd name="connsiteY2" fmla="*/ 121220 h 1771650"/>
              <a:gd name="connsiteX3" fmla="*/ 144640 w 145050"/>
              <a:gd name="connsiteY3" fmla="*/ 360518 h 1771650"/>
              <a:gd name="connsiteX4" fmla="*/ 144639 w 145050"/>
              <a:gd name="connsiteY4" fmla="*/ 177165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5050" h="1771650">
                <a:moveTo>
                  <a:pt x="138289" y="0"/>
                </a:moveTo>
                <a:cubicBezTo>
                  <a:pt x="138023" y="40852"/>
                  <a:pt x="137756" y="81704"/>
                  <a:pt x="137490" y="122556"/>
                </a:cubicBezTo>
                <a:lnTo>
                  <a:pt x="0" y="121220"/>
                </a:lnTo>
                <a:lnTo>
                  <a:pt x="144640" y="360518"/>
                </a:lnTo>
                <a:cubicBezTo>
                  <a:pt x="146064" y="838017"/>
                  <a:pt x="143215" y="1294151"/>
                  <a:pt x="144639" y="1771650"/>
                </a:cubicBezTo>
              </a:path>
            </a:pathLst>
          </a:custGeom>
          <a:noFill/>
          <a:ln w="508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800" dirty="0"/>
              <a:t>  </a:t>
            </a:r>
          </a:p>
        </p:txBody>
      </p:sp>
      <p:sp>
        <p:nvSpPr>
          <p:cNvPr id="5" name="Tijdelijke aanduiding voor tekst 33"/>
          <p:cNvSpPr>
            <a:spLocks noGrp="1"/>
          </p:cNvSpPr>
          <p:nvPr>
            <p:ph type="body" sz="quarter" idx="13"/>
          </p:nvPr>
        </p:nvSpPr>
        <p:spPr>
          <a:xfrm>
            <a:off x="1293831" y="1434321"/>
            <a:ext cx="2530024" cy="5070692"/>
          </a:xfrm>
        </p:spPr>
        <p:txBody>
          <a:bodyPr>
            <a:noAutofit/>
          </a:bodyPr>
          <a:lstStyle>
            <a:lvl1pPr>
              <a:lnSpc>
                <a:spcPct val="70000"/>
              </a:lnSpc>
              <a:defRPr sz="6750" b="1" i="0" cap="all" baseline="0">
                <a:solidFill>
                  <a:srgbClr val="0033A0"/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ijdelijke aanduiding voor tekst 3"/>
          <p:cNvSpPr>
            <a:spLocks noGrp="1"/>
          </p:cNvSpPr>
          <p:nvPr>
            <p:ph type="body" sz="quarter" idx="14"/>
          </p:nvPr>
        </p:nvSpPr>
        <p:spPr>
          <a:xfrm>
            <a:off x="4281789" y="1672724"/>
            <a:ext cx="4233561" cy="34671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2904438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el, ondertitel en tekst met patro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3"/>
          <p:cNvSpPr>
            <a:spLocks noGrp="1"/>
          </p:cNvSpPr>
          <p:nvPr>
            <p:ph type="title" hasCustomPrompt="1"/>
          </p:nvPr>
        </p:nvSpPr>
        <p:spPr>
          <a:xfrm>
            <a:off x="548878" y="2344000"/>
            <a:ext cx="2311384" cy="597274"/>
          </a:xfrm>
          <a:solidFill>
            <a:schemeClr val="accent2"/>
          </a:solidFill>
        </p:spPr>
        <p:txBody>
          <a:bodyPr tIns="36000" bIns="0"/>
          <a:lstStyle>
            <a:lvl1pPr>
              <a:defRPr sz="4050" strike="noStrike" baseline="0"/>
            </a:lvl1pPr>
          </a:lstStyle>
          <a:p>
            <a:r>
              <a:rPr lang="nl-NL" dirty="0"/>
              <a:t>DANK U</a:t>
            </a:r>
          </a:p>
        </p:txBody>
      </p:sp>
      <p:sp>
        <p:nvSpPr>
          <p:cNvPr id="2" name="Rechthoek 1"/>
          <p:cNvSpPr/>
          <p:nvPr/>
        </p:nvSpPr>
        <p:spPr>
          <a:xfrm>
            <a:off x="0" y="4871804"/>
            <a:ext cx="9144000" cy="1971207"/>
          </a:xfrm>
          <a:prstGeom prst="rect">
            <a:avLst/>
          </a:prstGeom>
          <a:solidFill>
            <a:schemeClr val="bg1"/>
          </a:solidFill>
          <a:ln w="603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39" name="Tijdelijke aanduiding voor tekst 16"/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389396" y="4961748"/>
            <a:ext cx="2673505" cy="1666661"/>
          </a:xfrm>
          <a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en-GB" dirty="0"/>
              <a:t> </a:t>
            </a:r>
          </a:p>
        </p:txBody>
      </p:sp>
      <p:sp>
        <p:nvSpPr>
          <p:cNvPr id="40" name="Vrije vorm 39"/>
          <p:cNvSpPr/>
          <p:nvPr/>
        </p:nvSpPr>
        <p:spPr>
          <a:xfrm>
            <a:off x="7178040" y="-8513"/>
            <a:ext cx="1984470" cy="6866513"/>
          </a:xfrm>
          <a:custGeom>
            <a:avLst/>
            <a:gdLst>
              <a:gd name="connsiteX0" fmla="*/ 0 w 1935678"/>
              <a:gd name="connsiteY0" fmla="*/ 0 h 5023262"/>
              <a:gd name="connsiteX1" fmla="*/ 1935678 w 1935678"/>
              <a:gd name="connsiteY1" fmla="*/ 0 h 5023262"/>
              <a:gd name="connsiteX2" fmla="*/ 1935678 w 1935678"/>
              <a:gd name="connsiteY2" fmla="*/ 5023262 h 5023262"/>
              <a:gd name="connsiteX3" fmla="*/ 0 w 1935678"/>
              <a:gd name="connsiteY3" fmla="*/ 0 h 502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5678" h="5023262">
                <a:moveTo>
                  <a:pt x="0" y="0"/>
                </a:moveTo>
                <a:lnTo>
                  <a:pt x="1935678" y="0"/>
                </a:lnTo>
                <a:lnTo>
                  <a:pt x="1935678" y="502326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sz="1800"/>
          </a:p>
        </p:txBody>
      </p:sp>
    </p:spTree>
    <p:extLst>
      <p:ext uri="{BB962C8B-B14F-4D97-AF65-F5344CB8AC3E}">
        <p14:creationId xmlns:p14="http://schemas.microsoft.com/office/powerpoint/2010/main" val="172949973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E633F6E-8BAC-425D-ABC9-AE1913CA16D1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843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6" y="824311"/>
            <a:ext cx="4199914" cy="301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268413"/>
            <a:ext cx="4038600" cy="4857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38600" cy="4857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324440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4476" y="824311"/>
            <a:ext cx="4199914" cy="301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268413"/>
            <a:ext cx="8229600" cy="485775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2167096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80EDC0-6AA9-4D25-A0FA-AE908B7978A8}" type="datetimeFigureOut">
              <a:rPr lang="en-US"/>
              <a:pPr>
                <a:defRPr/>
              </a:pPr>
              <a:t>5/17/26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4CE896-BB8B-4134-820A-6D01708D8A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84497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1447800"/>
            <a:ext cx="8080375" cy="1752600"/>
          </a:xfrm>
        </p:spPr>
        <p:txBody>
          <a:bodyPr/>
          <a:lstStyle>
            <a:lvl1pPr>
              <a:defRPr sz="44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34402DA-40A4-448A-902E-BF33ED79852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685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tint val="93000"/>
                <a:satMod val="150000"/>
                <a:shade val="98000"/>
                <a:lumMod val="102000"/>
              </a:schemeClr>
            </a:gs>
            <a:gs pos="79000">
              <a:schemeClr val="bg1">
                <a:tint val="98000"/>
                <a:satMod val="130000"/>
                <a:shade val="90000"/>
                <a:lumMod val="12000"/>
                <a:lumOff val="88000"/>
              </a:schemeClr>
            </a:gs>
            <a:gs pos="92000">
              <a:schemeClr val="bg1">
                <a:lumMod val="93000"/>
              </a:scheme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hoek 11"/>
          <p:cNvSpPr/>
          <p:nvPr/>
        </p:nvSpPr>
        <p:spPr>
          <a:xfrm>
            <a:off x="0" y="5976013"/>
            <a:ext cx="9144000" cy="8676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6200000" algn="ctr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548879" y="721986"/>
            <a:ext cx="846239" cy="301227"/>
          </a:xfrm>
          <a:prstGeom prst="rect">
            <a:avLst/>
          </a:prstGeom>
          <a:solidFill>
            <a:schemeClr val="accent2"/>
          </a:solidFill>
        </p:spPr>
        <p:txBody>
          <a:bodyPr vert="horz" wrap="none" lIns="0" tIns="36000" rIns="144000" bIns="36000" rtlCol="0" anchor="b">
            <a:spAutoFit/>
          </a:bodyPr>
          <a:lstStyle/>
          <a:p>
            <a:r>
              <a:rPr lang="nl-NL" dirty="0"/>
              <a:t>Titel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78684" y="2026507"/>
            <a:ext cx="7962524" cy="3422774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6457950" y="6265518"/>
            <a:ext cx="2057400" cy="156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accent2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endParaRPr lang="en-US" altLang="en-US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457950" y="6418140"/>
            <a:ext cx="2057400" cy="1737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</a:lstStyle>
          <a:p>
            <a:fld id="{A59D5EB7-C007-4A16-9CAB-DB30F8F386FB}" type="slidenum">
              <a:rPr lang="en-US" altLang="en-US" smtClean="0"/>
              <a:pPr/>
              <a:t>‹#›</a:t>
            </a:fld>
            <a:endParaRPr lang="en-US" altLang="en-US"/>
          </a:p>
        </p:txBody>
      </p:sp>
      <p:pic>
        <p:nvPicPr>
          <p:cNvPr id="11" name="Afbeelding 10"/>
          <p:cNvPicPr>
            <a:picLocks noChangeAspect="1"/>
          </p:cNvPicPr>
          <p:nvPr/>
        </p:nvPicPr>
        <p:blipFill rotWithShape="1">
          <a:blip r:embed="rId3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6072" y="6074869"/>
            <a:ext cx="1540264" cy="61200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674907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2" r:id="rId30"/>
    <p:sldLayoutId id="2147483694" r:id="rId31"/>
    <p:sldLayoutId id="2147483695" r:id="rId32"/>
    <p:sldLayoutId id="2147483698" r:id="rId33"/>
    <p:sldLayoutId id="2147483699" r:id="rId34"/>
  </p:sldLayoutIdLst>
  <p:hf hdr="0" ftr="0" dt="0"/>
  <p:txStyles>
    <p:titleStyle>
      <a:lvl1pPr marL="100013" indent="0" algn="l" defTabSz="685783" rtl="0" eaLnBrk="1" latinLnBrk="0" hangingPunct="1">
        <a:lnSpc>
          <a:spcPct val="90000"/>
        </a:lnSpc>
        <a:spcBef>
          <a:spcPct val="0"/>
        </a:spcBef>
        <a:buNone/>
        <a:tabLst/>
        <a:defRPr sz="1650" kern="1200" cap="all" baseline="0">
          <a:solidFill>
            <a:schemeClr val="bg1"/>
          </a:solidFill>
          <a:latin typeface="Verdana" charset="0"/>
          <a:ea typeface="Verdana" charset="0"/>
          <a:cs typeface="Verdana" charset="0"/>
        </a:defRPr>
      </a:lvl1pPr>
    </p:titleStyle>
    <p:bodyStyle>
      <a:lvl1pPr marL="0" indent="0" algn="l" defTabSz="685783" rtl="0" eaLnBrk="1" latinLnBrk="0" hangingPunct="1">
        <a:lnSpc>
          <a:spcPct val="95000"/>
        </a:lnSpc>
        <a:spcBef>
          <a:spcPts val="750"/>
        </a:spcBef>
        <a:spcAft>
          <a:spcPts val="750"/>
        </a:spcAft>
        <a:buFont typeface="Arial" charset="0"/>
        <a:buNone/>
        <a:defRPr sz="120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1pPr>
      <a:lvl2pPr marL="201216" indent="-192881" algn="l" defTabSz="685783" rtl="0" eaLnBrk="1" latinLnBrk="0" hangingPunct="1">
        <a:lnSpc>
          <a:spcPct val="95000"/>
        </a:lnSpc>
        <a:spcBef>
          <a:spcPts val="375"/>
        </a:spcBef>
        <a:buClr>
          <a:srgbClr val="FF5000"/>
        </a:buClr>
        <a:buSzPct val="90000"/>
        <a:buFont typeface="LucidaGrande" charset="0"/>
        <a:buChar char="▶︎"/>
        <a:tabLst/>
        <a:defRPr sz="105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2pPr>
      <a:lvl3pPr marL="503635" indent="-165497" algn="l" defTabSz="685783" rtl="0" eaLnBrk="1" latinLnBrk="0" hangingPunct="1">
        <a:lnSpc>
          <a:spcPct val="95000"/>
        </a:lnSpc>
        <a:spcBef>
          <a:spcPts val="375"/>
        </a:spcBef>
        <a:buClr>
          <a:schemeClr val="bg1">
            <a:lumMod val="50000"/>
          </a:schemeClr>
        </a:buClr>
        <a:buSzPct val="90000"/>
        <a:buFont typeface="LucidaGrande" charset="0"/>
        <a:buChar char="▶︎"/>
        <a:tabLst/>
        <a:defRPr sz="105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3pPr>
      <a:lvl4pPr marL="804863" indent="-164306" algn="l" defTabSz="685783" rtl="0" eaLnBrk="1" latinLnBrk="0" hangingPunct="1">
        <a:lnSpc>
          <a:spcPct val="95000"/>
        </a:lnSpc>
        <a:spcBef>
          <a:spcPts val="375"/>
        </a:spcBef>
        <a:buClr>
          <a:srgbClr val="FF5000"/>
        </a:buClr>
        <a:buFont typeface="Arial"/>
        <a:buChar char="•"/>
        <a:tabLst/>
        <a:defRPr sz="105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4pPr>
      <a:lvl5pPr marL="1107281" indent="-173831" algn="l" defTabSz="685783" rtl="0" eaLnBrk="1" latinLnBrk="0" hangingPunct="1">
        <a:lnSpc>
          <a:spcPct val="95000"/>
        </a:lnSpc>
        <a:spcBef>
          <a:spcPts val="375"/>
        </a:spcBef>
        <a:buClr>
          <a:schemeClr val="bg1">
            <a:lumMod val="50000"/>
          </a:schemeClr>
        </a:buClr>
        <a:buFont typeface="Arial"/>
        <a:buChar char="•"/>
        <a:tabLst/>
        <a:defRPr sz="1050" kern="1200">
          <a:solidFill>
            <a:schemeClr val="accent1"/>
          </a:solidFill>
          <a:latin typeface="Verdana" charset="0"/>
          <a:ea typeface="Verdana" charset="0"/>
          <a:cs typeface="Verdana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054981" y="1480131"/>
            <a:ext cx="4274936" cy="436805"/>
          </a:xfrm>
        </p:spPr>
        <p:txBody>
          <a:bodyPr/>
          <a:lstStyle/>
          <a:p>
            <a:r>
              <a:rPr lang="en-US" dirty="0"/>
              <a:t>Embedded AI (</a:t>
            </a:r>
            <a:r>
              <a:rPr lang="en-US" dirty="0" err="1"/>
              <a:t>tinyML</a:t>
            </a:r>
            <a:r>
              <a:rPr lang="en-US" dirty="0"/>
              <a:t>) for road object detection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7"/>
          </p:nvPr>
        </p:nvSpPr>
        <p:spPr>
          <a:xfrm rot="10800000">
            <a:off x="7955828" y="491427"/>
            <a:ext cx="1190534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0675" y="503687"/>
            <a:ext cx="5265797" cy="308671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200675" y="170052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5FEE99-03E7-50CE-0342-8E85A5586A98}"/>
              </a:ext>
            </a:extLst>
          </p:cNvPr>
          <p:cNvSpPr txBox="1">
            <a:spLocks/>
          </p:cNvSpPr>
          <p:nvPr/>
        </p:nvSpPr>
        <p:spPr>
          <a:xfrm>
            <a:off x="2505324" y="5312943"/>
            <a:ext cx="2212041" cy="31600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Deniz Dag &amp; Murat Kezlev</a:t>
            </a:r>
          </a:p>
        </p:txBody>
      </p:sp>
      <p:pic>
        <p:nvPicPr>
          <p:cNvPr id="1026" name="Picture 2" descr="Use of Bounding Box Annotations is Important for Object Detection">
            <a:extLst>
              <a:ext uri="{FF2B5EF4-FFF2-40B4-BE49-F238E27FC236}">
                <a16:creationId xmlns:a16="http://schemas.microsoft.com/office/drawing/2014/main" id="{F995A76F-BFB8-4F79-57A0-AE1776D9DA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3031" y="1852372"/>
            <a:ext cx="5433955" cy="301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638EA1-F162-1D0D-2759-C9AC2D87E656}"/>
              </a:ext>
            </a:extLst>
          </p:cNvPr>
          <p:cNvSpPr txBox="1"/>
          <p:nvPr/>
        </p:nvSpPr>
        <p:spPr>
          <a:xfrm>
            <a:off x="1518057" y="4872684"/>
            <a:ext cx="60578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Source https://www.anolytics.ai/blog/use-of-bounding-box-annotations-is-important-for-object-detection/</a:t>
            </a:r>
          </a:p>
        </p:txBody>
      </p:sp>
    </p:spTree>
    <p:extLst>
      <p:ext uri="{BB962C8B-B14F-4D97-AF65-F5344CB8AC3E}">
        <p14:creationId xmlns:p14="http://schemas.microsoft.com/office/powerpoint/2010/main" val="156784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82166-848A-8084-4D62-0C96624524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12823E-B9A7-63D2-D995-AC2C02682F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2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B969D1-74E7-10C3-5272-B6D15FAD8F7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9715" y="1465954"/>
            <a:ext cx="7370262" cy="1149499"/>
          </a:xfrm>
        </p:spPr>
        <p:txBody>
          <a:bodyPr/>
          <a:lstStyle/>
          <a:p>
            <a:r>
              <a:rPr lang="en-US" b="1" dirty="0"/>
              <a:t>The Problem </a:t>
            </a:r>
          </a:p>
          <a:p>
            <a:r>
              <a:rPr lang="en-US" dirty="0"/>
              <a:t>Traditional AI requires a lot of computing power. To perform object detection today, most systems rely on power-hungry GPUs or expensive cloud latency. This is a deal-breaker for edge cloud for smart cities, remote monitoring, and battery-operated IoT.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6CE299-809B-50D1-D0CA-0E7192BBCD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7955828" y="491427"/>
            <a:ext cx="1190534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8DD68F-F3E4-F025-F8D6-B8ADC5B7C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6" y="491428"/>
            <a:ext cx="5265797" cy="308671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1BDDDE0-CDF2-D103-D5DD-EAE44CEDE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96" y="807943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0B27C88-6B5A-810F-C52A-AA2D061F756C}"/>
              </a:ext>
            </a:extLst>
          </p:cNvPr>
          <p:cNvSpPr txBox="1">
            <a:spLocks/>
          </p:cNvSpPr>
          <p:nvPr/>
        </p:nvSpPr>
        <p:spPr>
          <a:xfrm>
            <a:off x="5923430" y="6373906"/>
            <a:ext cx="2212041" cy="31600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Deniz Dag &amp; Murat Kezlev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EC7FA41-811D-786B-34A2-FE4923B6384E}"/>
              </a:ext>
            </a:extLst>
          </p:cNvPr>
          <p:cNvSpPr txBox="1">
            <a:spLocks/>
          </p:cNvSpPr>
          <p:nvPr/>
        </p:nvSpPr>
        <p:spPr>
          <a:xfrm>
            <a:off x="494027" y="3124425"/>
            <a:ext cx="7370262" cy="1149499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b="1" dirty="0"/>
              <a:t>The Value Proposition</a:t>
            </a:r>
          </a:p>
          <a:p>
            <a:pPr fontAlgn="auto"/>
            <a:r>
              <a:rPr lang="en-US" dirty="0"/>
              <a:t>Embedded machine learning has emerged as an effective approach for enabling intelligent perception on low-power devices with limited memory and computational capacity</a:t>
            </a:r>
          </a:p>
        </p:txBody>
      </p:sp>
    </p:spTree>
    <p:extLst>
      <p:ext uri="{BB962C8B-B14F-4D97-AF65-F5344CB8AC3E}">
        <p14:creationId xmlns:p14="http://schemas.microsoft.com/office/powerpoint/2010/main" val="2433841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2ACAEA-AF6B-8E28-9092-A7BAA7D912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3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073163-8B42-C4AB-813F-C4C57042E75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Hardware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68AFDE-F31B-F819-6273-3DE752C87F6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8132062" y="491427"/>
            <a:ext cx="1014299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9CA1854-3918-A2D6-38F2-55763F6F5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7" y="491429"/>
            <a:ext cx="4775200" cy="264876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37B9FBE-826A-16EC-06C0-B8FE1E0D6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97" y="807943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E5E114-7B9A-494A-A67D-FFE3384A7019}"/>
              </a:ext>
            </a:extLst>
          </p:cNvPr>
          <p:cNvSpPr txBox="1"/>
          <p:nvPr/>
        </p:nvSpPr>
        <p:spPr>
          <a:xfrm>
            <a:off x="1479830" y="1541103"/>
            <a:ext cx="302037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Development board with camera sensor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DC2C4B-B467-A0E6-FCC5-81A07120B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13" y="2027574"/>
            <a:ext cx="4239360" cy="3415204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6DEFFF1-4906-699E-F566-58893BF660A3}"/>
              </a:ext>
            </a:extLst>
          </p:cNvPr>
          <p:cNvSpPr/>
          <p:nvPr/>
        </p:nvSpPr>
        <p:spPr>
          <a:xfrm>
            <a:off x="2478795" y="3062690"/>
            <a:ext cx="2364878" cy="340687"/>
          </a:xfrm>
          <a:prstGeom prst="rect">
            <a:avLst/>
          </a:prstGeom>
          <a:solidFill>
            <a:schemeClr val="bg1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 err="1">
              <a:solidFill>
                <a:srgbClr val="0033A0"/>
              </a:solidFill>
              <a:latin typeface="Verdana" charset="0"/>
              <a:ea typeface="Verdana" charset="0"/>
              <a:cs typeface="Verdana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92C6097-E1D9-9075-16DE-29C2FE742494}"/>
              </a:ext>
            </a:extLst>
          </p:cNvPr>
          <p:cNvSpPr txBox="1"/>
          <p:nvPr/>
        </p:nvSpPr>
        <p:spPr>
          <a:xfrm>
            <a:off x="6172156" y="1525207"/>
            <a:ext cx="9845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LCD screen</a:t>
            </a:r>
          </a:p>
        </p:txBody>
      </p:sp>
    </p:spTree>
    <p:extLst>
      <p:ext uri="{BB962C8B-B14F-4D97-AF65-F5344CB8AC3E}">
        <p14:creationId xmlns:p14="http://schemas.microsoft.com/office/powerpoint/2010/main" val="4548118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125B88-0D13-90CA-05F3-4C65D2CCD5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C7BD08-0D38-B483-958F-FBEEC80C52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6097" y="2062286"/>
            <a:ext cx="7655966" cy="454837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5AC6EB-E65F-3E3A-A800-9D0BDB4034A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8132062" y="491427"/>
            <a:ext cx="1014299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2267AAB-251F-DF6C-F5C0-4DE4B0EB9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50" y="590581"/>
            <a:ext cx="4775200" cy="264876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C58B414-0302-99A1-B708-F5764A7F9A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850" y="221363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</p:spTree>
    <p:extLst>
      <p:ext uri="{BB962C8B-B14F-4D97-AF65-F5344CB8AC3E}">
        <p14:creationId xmlns:p14="http://schemas.microsoft.com/office/powerpoint/2010/main" val="981266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786432-3968-176E-E01C-546D23D4816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5</a:t>
            </a:fld>
            <a:endParaRPr lang="en-US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B3D9B-0F7F-74D0-CA09-D8F5B6BDA3C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8152482" y="491427"/>
            <a:ext cx="993880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42422C7-05F1-6F3B-D853-25F2839BC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834" y="524328"/>
            <a:ext cx="4775200" cy="264876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D48982A-1937-37B3-9B8B-AF6C55A502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5834" y="142207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59512394-C79A-9392-A305-3CB10014CC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6909" y="1129646"/>
            <a:ext cx="7370262" cy="31146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b="1" dirty="0"/>
              <a:t>AI Model Selection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7118972-04A7-AE28-9860-FDFCC650D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080803"/>
              </p:ext>
            </p:extLst>
          </p:nvPr>
        </p:nvGraphicFramePr>
        <p:xfrm>
          <a:off x="137699" y="1739137"/>
          <a:ext cx="8664778" cy="4467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3646">
                  <a:extLst>
                    <a:ext uri="{9D8B030D-6E8A-4147-A177-3AD203B41FA5}">
                      <a16:colId xmlns:a16="http://schemas.microsoft.com/office/drawing/2014/main" val="505685343"/>
                    </a:ext>
                  </a:extLst>
                </a:gridCol>
                <a:gridCol w="1404910">
                  <a:extLst>
                    <a:ext uri="{9D8B030D-6E8A-4147-A177-3AD203B41FA5}">
                      <a16:colId xmlns:a16="http://schemas.microsoft.com/office/drawing/2014/main" val="3160077481"/>
                    </a:ext>
                  </a:extLst>
                </a:gridCol>
                <a:gridCol w="1603787">
                  <a:extLst>
                    <a:ext uri="{9D8B030D-6E8A-4147-A177-3AD203B41FA5}">
                      <a16:colId xmlns:a16="http://schemas.microsoft.com/office/drawing/2014/main" val="1875455284"/>
                    </a:ext>
                  </a:extLst>
                </a:gridCol>
                <a:gridCol w="1410041">
                  <a:extLst>
                    <a:ext uri="{9D8B030D-6E8A-4147-A177-3AD203B41FA5}">
                      <a16:colId xmlns:a16="http://schemas.microsoft.com/office/drawing/2014/main" val="505255692"/>
                    </a:ext>
                  </a:extLst>
                </a:gridCol>
                <a:gridCol w="1426197">
                  <a:extLst>
                    <a:ext uri="{9D8B030D-6E8A-4147-A177-3AD203B41FA5}">
                      <a16:colId xmlns:a16="http://schemas.microsoft.com/office/drawing/2014/main" val="1783735832"/>
                    </a:ext>
                  </a:extLst>
                </a:gridCol>
                <a:gridCol w="1426197">
                  <a:extLst>
                    <a:ext uri="{9D8B030D-6E8A-4147-A177-3AD203B41FA5}">
                      <a16:colId xmlns:a16="http://schemas.microsoft.com/office/drawing/2014/main" val="516138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FOMO</a:t>
                      </a:r>
                    </a:p>
                    <a:p>
                      <a:pPr algn="ctr"/>
                      <a:r>
                        <a:rPr lang="en-US" dirty="0"/>
                        <a:t>MobileNetV2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MobileNet</a:t>
                      </a:r>
                      <a:r>
                        <a:rPr lang="en-US" dirty="0"/>
                        <a:t> SSD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YOLOv5n / </a:t>
                      </a:r>
                    </a:p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Tiny-YOLO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Single-label MobileNetV1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1905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Latency on ESP32-S3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~140–200 </a:t>
                      </a:r>
                      <a:r>
                        <a:rPr lang="en-US" sz="135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(~5–10 FPS)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~800 </a:t>
                      </a:r>
                      <a:r>
                        <a:rPr lang="en-US" sz="135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</a:p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 FPS)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several seconds/frame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~100 </a:t>
                      </a:r>
                      <a:r>
                        <a:rPr lang="en-US" sz="135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</a:t>
                      </a:r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(~10 FPS)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2320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RAM footprint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200 KB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pitchFamily="2" charset="2"/>
                        <a:buNone/>
                      </a:pPr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 MB, needs PSRAM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 2 MB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 100 KB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9445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Output 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Object centroids +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Bounding boxes +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Bounding boxes + class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Single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314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Multi-object localization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57193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Size estimation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799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ESP-NN / </a:t>
                      </a:r>
                      <a:r>
                        <a:rPr lang="en-US" sz="1350" b="0" i="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TFLite</a:t>
                      </a:r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Micro support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Full (Edge Impulse)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Partial (slow ops)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Requires custom porting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60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Training pipeline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Mature (Edge Impulse Studio)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Mature but heavier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mature but heaviest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Trivial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0930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50" b="1" i="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Selection of model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highlight>
                            <a:srgbClr val="00FF00"/>
                          </a:highlight>
                        </a:rPr>
                        <a:t>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Dropped - latency, RAM</a:t>
                      </a:r>
                      <a:endParaRPr 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0000"/>
                          </a:highlight>
                          <a:latin typeface="+mn-lt"/>
                          <a:ea typeface="+mn-ea"/>
                          <a:cs typeface="+mn-cs"/>
                        </a:rPr>
                        <a:t>Dropped - infeasible on MCU</a:t>
                      </a:r>
                      <a:endParaRPr 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50" b="0" i="0" u="none" strike="noStrike" kern="1200" dirty="0">
                          <a:solidFill>
                            <a:schemeClr val="dk1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Option - no localization</a:t>
                      </a:r>
                      <a:endParaRPr 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1078768"/>
                  </a:ext>
                </a:extLst>
              </a:tr>
            </a:tbl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F15576C-B8AC-A47F-1230-6DDF1D483E4D}"/>
              </a:ext>
            </a:extLst>
          </p:cNvPr>
          <p:cNvSpPr txBox="1">
            <a:spLocks/>
          </p:cNvSpPr>
          <p:nvPr/>
        </p:nvSpPr>
        <p:spPr>
          <a:xfrm>
            <a:off x="381861" y="1353758"/>
            <a:ext cx="7370262" cy="33128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We have studied below options in depth. Given limitations of the MCU, </a:t>
            </a:r>
          </a:p>
        </p:txBody>
      </p:sp>
    </p:spTree>
    <p:extLst>
      <p:ext uri="{BB962C8B-B14F-4D97-AF65-F5344CB8AC3E}">
        <p14:creationId xmlns:p14="http://schemas.microsoft.com/office/powerpoint/2010/main" val="220442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397A35-FFA6-D871-B6DB-EDEA7A96EF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D88F7-3B27-F38B-631C-6C994552333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8204688" y="491427"/>
            <a:ext cx="941674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2D3462E-A6BF-3836-8E90-E4A3374FA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812" y="532689"/>
            <a:ext cx="4775200" cy="264876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E11836B5-4CB6-9B49-BAA5-47563789B6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0812" y="169726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ACC9B20-E2E4-8A24-5952-61A46CFB2C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0811" y="848740"/>
            <a:ext cx="7370262" cy="31146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b="1" dirty="0"/>
              <a:t>FOMO object detection performance test with ESP32-S3 result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7B0750-CADF-18AF-397A-BC561551262B}"/>
              </a:ext>
            </a:extLst>
          </p:cNvPr>
          <p:cNvSpPr txBox="1"/>
          <p:nvPr/>
        </p:nvSpPr>
        <p:spPr>
          <a:xfrm>
            <a:off x="280809" y="1560033"/>
            <a:ext cx="7923877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u="none" strike="noStrike" dirty="0">
                <a:solidFill>
                  <a:schemeClr val="accent1"/>
                </a:solidFill>
                <a:effectLst/>
                <a:latin typeface="-webkit-standard"/>
              </a:rPr>
              <a:t>Set variables:</a:t>
            </a:r>
          </a:p>
          <a:p>
            <a:r>
              <a:rPr lang="en-US" sz="1400" dirty="0">
                <a:solidFill>
                  <a:schemeClr val="accent1"/>
                </a:solidFill>
                <a:latin typeface="-webkit-standard"/>
              </a:rPr>
              <a:t>I</a:t>
            </a:r>
            <a:r>
              <a:rPr lang="en-US" sz="1400" b="0" i="0" u="none" strike="noStrike" dirty="0">
                <a:solidFill>
                  <a:schemeClr val="accent1"/>
                </a:solidFill>
                <a:effectLst/>
                <a:latin typeface="-webkit-standard"/>
              </a:rPr>
              <a:t>nput resolution (e.g. 96×96 grayscale)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Heatmap factor: 8.      		# of epochs: 	 Learning rate:  0.001 </a:t>
            </a:r>
          </a:p>
          <a:p>
            <a:r>
              <a:rPr lang="en-US" sz="1400" dirty="0">
                <a:solidFill>
                  <a:schemeClr val="accent1"/>
                </a:solidFill>
              </a:rPr>
              <a:t>Augmentation pipeline:  	INT8 quantization: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4C2059-34F6-17DE-E970-9B5EA7368FC2}"/>
              </a:ext>
            </a:extLst>
          </p:cNvPr>
          <p:cNvSpPr txBox="1"/>
          <p:nvPr/>
        </p:nvSpPr>
        <p:spPr>
          <a:xfrm>
            <a:off x="280809" y="2479286"/>
            <a:ext cx="792387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/>
                </a:solidFill>
                <a:latin typeface="-webkit-standard"/>
              </a:rPr>
              <a:t>Classes: </a:t>
            </a:r>
            <a:r>
              <a:rPr lang="en-US" sz="1400" dirty="0">
                <a:solidFill>
                  <a:schemeClr val="accent1"/>
                </a:solidFill>
                <a:latin typeface="-webkit-standard"/>
              </a:rPr>
              <a:t>Car, Bus, Truck, Bicycle, Motorcycle</a:t>
            </a:r>
            <a:endParaRPr lang="en-US" sz="1600" i="0" u="none" strike="noStrike" dirty="0">
              <a:solidFill>
                <a:schemeClr val="accent1"/>
              </a:solidFill>
              <a:effectLst/>
              <a:latin typeface="-webkit-standard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DE1900-CC89-B8BD-9738-384FF50D5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51" y="2852864"/>
            <a:ext cx="6852559" cy="307499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E319792-1E03-D34D-A840-55B120442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7309" y="2915450"/>
            <a:ext cx="1211638" cy="2672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0295F52-C6EF-CDD4-8E19-5ADEBF938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7309" y="3220106"/>
            <a:ext cx="1530399" cy="30961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BA8D96B-4BD1-FF41-8321-D4C686408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2389" y="3833694"/>
            <a:ext cx="1754503" cy="30961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493C09D-7FE9-B4B1-0130-8644BB1913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7309" y="4143551"/>
            <a:ext cx="2022148" cy="28275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E613025-93FA-9897-D3CB-5D383AC2BD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2389" y="3491939"/>
            <a:ext cx="1634095" cy="309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995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572A68-1153-271A-1249-1EFED25865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116424" y="6418140"/>
            <a:ext cx="2057400" cy="173749"/>
          </a:xfrm>
        </p:spPr>
        <p:txBody>
          <a:bodyPr/>
          <a:lstStyle/>
          <a:p>
            <a:fld id="{A59D5EB7-C007-4A16-9CAB-DB30F8F386FB}" type="slidenum">
              <a:rPr lang="en-US" altLang="en-US" smtClean="0"/>
              <a:pPr/>
              <a:t>7</a:t>
            </a:fld>
            <a:endParaRPr lang="en-US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2AB17-0A06-7246-2D45-F18D001B74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8153773" y="877237"/>
            <a:ext cx="971846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073B47-F866-CA6E-F261-2546DF784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850" y="459060"/>
            <a:ext cx="4775200" cy="264876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71CD537-02C4-BFF1-D1E3-C45C2AB36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850" y="119234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87A0514-D3C1-C191-4E4E-92AE1E3C9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91164" y="738006"/>
            <a:ext cx="7370262" cy="31146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b="1" dirty="0"/>
              <a:t>How to improve performance drop  with higher number of classes with given MCU?</a:t>
            </a:r>
          </a:p>
        </p:txBody>
      </p:sp>
      <p:pic>
        <p:nvPicPr>
          <p:cNvPr id="8" name="Graphic 7" descr="Car with solid fill">
            <a:extLst>
              <a:ext uri="{FF2B5EF4-FFF2-40B4-BE49-F238E27FC236}">
                <a16:creationId xmlns:a16="http://schemas.microsoft.com/office/drawing/2014/main" id="{F4F1CE7C-B791-9102-5CB7-F12E61B15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81" y="2887450"/>
            <a:ext cx="1279516" cy="12795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27CCE47-0AB5-BA01-2CFA-1E2FEB956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400" y="3270705"/>
            <a:ext cx="508539" cy="5810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B70340-574D-04F9-3B7B-B30D749DD12B}"/>
              </a:ext>
            </a:extLst>
          </p:cNvPr>
          <p:cNvSpPr txBox="1"/>
          <p:nvPr/>
        </p:nvSpPr>
        <p:spPr>
          <a:xfrm>
            <a:off x="271589" y="2013821"/>
            <a:ext cx="2662360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Stage 1</a:t>
            </a:r>
          </a:p>
        </p:txBody>
      </p:sp>
      <p:pic>
        <p:nvPicPr>
          <p:cNvPr id="11" name="Graphic 10" descr="Processor outline">
            <a:extLst>
              <a:ext uri="{FF2B5EF4-FFF2-40B4-BE49-F238E27FC236}">
                <a16:creationId xmlns:a16="http://schemas.microsoft.com/office/drawing/2014/main" id="{45A196F3-1220-B65A-8DD9-3A7019F7FD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15506" y="3341337"/>
            <a:ext cx="515257" cy="5152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9DE0F4A-61B5-A0A2-2511-1AA8227FFE3A}"/>
              </a:ext>
            </a:extLst>
          </p:cNvPr>
          <p:cNvSpPr txBox="1"/>
          <p:nvPr/>
        </p:nvSpPr>
        <p:spPr>
          <a:xfrm>
            <a:off x="1111842" y="2781357"/>
            <a:ext cx="1297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 dirty="0"/>
              <a:t>PIR</a:t>
            </a:r>
          </a:p>
          <a:p>
            <a:pPr algn="ctr"/>
            <a:r>
              <a:rPr lang="en-US" sz="1200" dirty="0"/>
              <a:t>Active : ~0.3 </a:t>
            </a:r>
            <a:r>
              <a:rPr lang="en-US" sz="1200" dirty="0" err="1"/>
              <a:t>mW</a:t>
            </a:r>
            <a:endParaRPr 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5F8007F-DCD3-FD9F-783A-417F1658DB66}"/>
              </a:ext>
            </a:extLst>
          </p:cNvPr>
          <p:cNvSpPr txBox="1"/>
          <p:nvPr/>
        </p:nvSpPr>
        <p:spPr>
          <a:xfrm>
            <a:off x="1263801" y="3870424"/>
            <a:ext cx="16178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 dirty="0">
                <a:solidFill>
                  <a:schemeClr val="accent1"/>
                </a:solidFill>
              </a:rPr>
              <a:t>MCU 1</a:t>
            </a:r>
          </a:p>
          <a:p>
            <a:pPr algn="r"/>
            <a:r>
              <a:rPr lang="en-US" sz="1200" dirty="0"/>
              <a:t>Active : ~200-300 </a:t>
            </a:r>
            <a:r>
              <a:rPr lang="en-US" sz="1200" dirty="0" err="1"/>
              <a:t>mW</a:t>
            </a:r>
            <a:endParaRPr lang="en-US" sz="1200" dirty="0"/>
          </a:p>
          <a:p>
            <a:pPr algn="r"/>
            <a:r>
              <a:rPr lang="en-US" sz="1200" dirty="0"/>
              <a:t>D. Sleep: ~0.4 </a:t>
            </a:r>
            <a:r>
              <a:rPr lang="en-US" sz="1200" dirty="0" err="1"/>
              <a:t>mW</a:t>
            </a:r>
            <a:endParaRPr lang="en-US" sz="1200" dirty="0"/>
          </a:p>
          <a:p>
            <a:pPr algn="r"/>
            <a:endParaRPr lang="en-US" sz="1200" b="1" dirty="0">
              <a:solidFill>
                <a:schemeClr val="accent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1DE356-0C6D-455E-C028-5085E769C4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3075290" y="2365422"/>
            <a:ext cx="2211622" cy="13708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83EBC09-C664-5ACE-EBE5-85F33D4CF9DE}"/>
              </a:ext>
            </a:extLst>
          </p:cNvPr>
          <p:cNvSpPr txBox="1"/>
          <p:nvPr/>
        </p:nvSpPr>
        <p:spPr>
          <a:xfrm>
            <a:off x="2941488" y="2020902"/>
            <a:ext cx="3062206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Stage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DFF853-DB97-AB05-C3A5-CCE9623514A4}"/>
              </a:ext>
            </a:extLst>
          </p:cNvPr>
          <p:cNvSpPr txBox="1"/>
          <p:nvPr/>
        </p:nvSpPr>
        <p:spPr>
          <a:xfrm>
            <a:off x="6018052" y="2020424"/>
            <a:ext cx="2321596" cy="27699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solidFill>
                  <a:schemeClr val="bg1"/>
                </a:solidFill>
              </a:rPr>
              <a:t>Stage 3</a:t>
            </a:r>
          </a:p>
        </p:txBody>
      </p:sp>
      <p:pic>
        <p:nvPicPr>
          <p:cNvPr id="18" name="Graphic 17" descr="Aperture with solid fill">
            <a:extLst>
              <a:ext uri="{FF2B5EF4-FFF2-40B4-BE49-F238E27FC236}">
                <a16:creationId xmlns:a16="http://schemas.microsoft.com/office/drawing/2014/main" id="{863605EB-1C60-EFE5-0258-C7C6A2C653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80629" y="2930621"/>
            <a:ext cx="373983" cy="37398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515DE01-C2DB-06AC-64BD-AD746E18CBA4}"/>
              </a:ext>
            </a:extLst>
          </p:cNvPr>
          <p:cNvSpPr txBox="1"/>
          <p:nvPr/>
        </p:nvSpPr>
        <p:spPr>
          <a:xfrm>
            <a:off x="5069799" y="3166631"/>
            <a:ext cx="444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/>
              <a:t>ToF</a:t>
            </a:r>
            <a:endParaRPr lang="en-US" sz="12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E77952-1B64-864E-1F9C-FB01082FB701}"/>
              </a:ext>
            </a:extLst>
          </p:cNvPr>
          <p:cNvSpPr txBox="1"/>
          <p:nvPr/>
        </p:nvSpPr>
        <p:spPr>
          <a:xfrm>
            <a:off x="5339221" y="2619276"/>
            <a:ext cx="7139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/>
              <a:t>Camera</a:t>
            </a:r>
          </a:p>
        </p:txBody>
      </p:sp>
      <p:pic>
        <p:nvPicPr>
          <p:cNvPr id="21" name="Graphic 20" descr="Processor outline">
            <a:extLst>
              <a:ext uri="{FF2B5EF4-FFF2-40B4-BE49-F238E27FC236}">
                <a16:creationId xmlns:a16="http://schemas.microsoft.com/office/drawing/2014/main" id="{B58314A0-8078-F3FB-C563-8F1D52E771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29170" y="3336452"/>
            <a:ext cx="515257" cy="51525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350FC7E-9E10-580D-DDE5-40E7D72CE93E}"/>
              </a:ext>
            </a:extLst>
          </p:cNvPr>
          <p:cNvSpPr txBox="1"/>
          <p:nvPr/>
        </p:nvSpPr>
        <p:spPr>
          <a:xfrm>
            <a:off x="5416962" y="3736260"/>
            <a:ext cx="66717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MCU 2</a:t>
            </a: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A8E23C43-D567-812E-AE57-70761811D8B6}"/>
              </a:ext>
            </a:extLst>
          </p:cNvPr>
          <p:cNvSpPr/>
          <p:nvPr/>
        </p:nvSpPr>
        <p:spPr>
          <a:xfrm>
            <a:off x="1923955" y="3511140"/>
            <a:ext cx="245117" cy="105149"/>
          </a:xfrm>
          <a:custGeom>
            <a:avLst/>
            <a:gdLst>
              <a:gd name="csX0" fmla="*/ 232228 w 232228"/>
              <a:gd name="csY0" fmla="*/ 136475 h 136475"/>
              <a:gd name="csX1" fmla="*/ 145142 w 232228"/>
              <a:gd name="csY1" fmla="*/ 5846 h 136475"/>
              <a:gd name="csX2" fmla="*/ 0 w 232228"/>
              <a:gd name="csY2" fmla="*/ 34875 h 1364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232228" h="136475">
                <a:moveTo>
                  <a:pt x="232228" y="136475"/>
                </a:moveTo>
                <a:cubicBezTo>
                  <a:pt x="208037" y="79627"/>
                  <a:pt x="183847" y="22779"/>
                  <a:pt x="145142" y="5846"/>
                </a:cubicBezTo>
                <a:cubicBezTo>
                  <a:pt x="106437" y="-11087"/>
                  <a:pt x="53218" y="11894"/>
                  <a:pt x="0" y="34875"/>
                </a:cubicBezTo>
              </a:path>
            </a:pathLst>
          </a:cu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B8CD2EAB-EAB6-57C4-3999-0CD432D38E09}"/>
              </a:ext>
            </a:extLst>
          </p:cNvPr>
          <p:cNvSpPr/>
          <p:nvPr/>
        </p:nvSpPr>
        <p:spPr>
          <a:xfrm>
            <a:off x="5204572" y="3132083"/>
            <a:ext cx="421906" cy="302147"/>
          </a:xfrm>
          <a:custGeom>
            <a:avLst/>
            <a:gdLst>
              <a:gd name="csX0" fmla="*/ 232228 w 232228"/>
              <a:gd name="csY0" fmla="*/ 136475 h 136475"/>
              <a:gd name="csX1" fmla="*/ 145142 w 232228"/>
              <a:gd name="csY1" fmla="*/ 5846 h 136475"/>
              <a:gd name="csX2" fmla="*/ 0 w 232228"/>
              <a:gd name="csY2" fmla="*/ 34875 h 136475"/>
              <a:gd name="csX0" fmla="*/ 327728 w 327728"/>
              <a:gd name="csY0" fmla="*/ 178558 h 178558"/>
              <a:gd name="csX1" fmla="*/ 240642 w 327728"/>
              <a:gd name="csY1" fmla="*/ 47929 h 178558"/>
              <a:gd name="csX2" fmla="*/ 0 w 327728"/>
              <a:gd name="csY2" fmla="*/ 6126 h 1785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327728" h="178558">
                <a:moveTo>
                  <a:pt x="327728" y="178558"/>
                </a:moveTo>
                <a:cubicBezTo>
                  <a:pt x="303537" y="121710"/>
                  <a:pt x="279347" y="64862"/>
                  <a:pt x="240642" y="47929"/>
                </a:cubicBezTo>
                <a:cubicBezTo>
                  <a:pt x="201937" y="30996"/>
                  <a:pt x="53218" y="-16855"/>
                  <a:pt x="0" y="6126"/>
                </a:cubicBezTo>
              </a:path>
            </a:pathLst>
          </a:custGeom>
          <a:noFill/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26" name="Graphic 25" descr="Wi-Fi outline">
            <a:extLst>
              <a:ext uri="{FF2B5EF4-FFF2-40B4-BE49-F238E27FC236}">
                <a16:creationId xmlns:a16="http://schemas.microsoft.com/office/drawing/2014/main" id="{AAD4093B-FE2D-A179-82A4-C765F1044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83628" y="3399792"/>
            <a:ext cx="370904" cy="370904"/>
          </a:xfrm>
          <a:prstGeom prst="rect">
            <a:avLst/>
          </a:prstGeom>
        </p:spPr>
      </p:pic>
      <p:sp>
        <p:nvSpPr>
          <p:cNvPr id="27" name="Freeform 26">
            <a:extLst>
              <a:ext uri="{FF2B5EF4-FFF2-40B4-BE49-F238E27FC236}">
                <a16:creationId xmlns:a16="http://schemas.microsoft.com/office/drawing/2014/main" id="{A3E11DA6-BD95-3048-4FB7-FC227AFAE68B}"/>
              </a:ext>
            </a:extLst>
          </p:cNvPr>
          <p:cNvSpPr/>
          <p:nvPr/>
        </p:nvSpPr>
        <p:spPr>
          <a:xfrm>
            <a:off x="2598644" y="3727674"/>
            <a:ext cx="2930526" cy="409379"/>
          </a:xfrm>
          <a:custGeom>
            <a:avLst/>
            <a:gdLst>
              <a:gd name="csX0" fmla="*/ 0 w 3251200"/>
              <a:gd name="csY0" fmla="*/ 61151 h 366195"/>
              <a:gd name="csX1" fmla="*/ 580572 w 3251200"/>
              <a:gd name="csY1" fmla="*/ 177265 h 366195"/>
              <a:gd name="csX2" fmla="*/ 1132115 w 3251200"/>
              <a:gd name="csY2" fmla="*/ 336922 h 366195"/>
              <a:gd name="csX3" fmla="*/ 1756229 w 3251200"/>
              <a:gd name="csY3" fmla="*/ 90179 h 366195"/>
              <a:gd name="csX4" fmla="*/ 2510972 w 3251200"/>
              <a:gd name="csY4" fmla="*/ 365951 h 366195"/>
              <a:gd name="csX5" fmla="*/ 3018972 w 3251200"/>
              <a:gd name="csY5" fmla="*/ 32122 h 366195"/>
              <a:gd name="csX6" fmla="*/ 3251200 w 3251200"/>
              <a:gd name="csY6" fmla="*/ 32122 h 366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251200" h="366195">
                <a:moveTo>
                  <a:pt x="0" y="61151"/>
                </a:moveTo>
                <a:cubicBezTo>
                  <a:pt x="195943" y="96227"/>
                  <a:pt x="391886" y="131303"/>
                  <a:pt x="580572" y="177265"/>
                </a:cubicBezTo>
                <a:cubicBezTo>
                  <a:pt x="769258" y="223227"/>
                  <a:pt x="936172" y="351436"/>
                  <a:pt x="1132115" y="336922"/>
                </a:cubicBezTo>
                <a:cubicBezTo>
                  <a:pt x="1328058" y="322408"/>
                  <a:pt x="1526420" y="85341"/>
                  <a:pt x="1756229" y="90179"/>
                </a:cubicBezTo>
                <a:cubicBezTo>
                  <a:pt x="1986038" y="95017"/>
                  <a:pt x="2300515" y="375627"/>
                  <a:pt x="2510972" y="365951"/>
                </a:cubicBezTo>
                <a:cubicBezTo>
                  <a:pt x="2721429" y="356275"/>
                  <a:pt x="2895601" y="87760"/>
                  <a:pt x="3018972" y="32122"/>
                </a:cubicBezTo>
                <a:cubicBezTo>
                  <a:pt x="3142343" y="-23516"/>
                  <a:pt x="3196771" y="4303"/>
                  <a:pt x="3251200" y="32122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28" name="Graphic 27" descr="Wi-Fi outline">
            <a:extLst>
              <a:ext uri="{FF2B5EF4-FFF2-40B4-BE49-F238E27FC236}">
                <a16:creationId xmlns:a16="http://schemas.microsoft.com/office/drawing/2014/main" id="{D0B596E7-6633-B928-94C0-384D22F417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77381" y="3406505"/>
            <a:ext cx="364303" cy="364303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8D08547-C2BA-24C6-3939-240E37689E02}"/>
              </a:ext>
            </a:extLst>
          </p:cNvPr>
          <p:cNvSpPr txBox="1"/>
          <p:nvPr/>
        </p:nvSpPr>
        <p:spPr>
          <a:xfrm>
            <a:off x="3659454" y="4083578"/>
            <a:ext cx="1084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/>
              <a:t>WiFi</a:t>
            </a:r>
            <a:r>
              <a:rPr lang="en-US" sz="1200" dirty="0"/>
              <a:t> interrupt</a:t>
            </a:r>
          </a:p>
        </p:txBody>
      </p:sp>
      <p:pic>
        <p:nvPicPr>
          <p:cNvPr id="30" name="Graphic 29" descr="Processor outline">
            <a:extLst>
              <a:ext uri="{FF2B5EF4-FFF2-40B4-BE49-F238E27FC236}">
                <a16:creationId xmlns:a16="http://schemas.microsoft.com/office/drawing/2014/main" id="{3144BF1B-3C51-54B1-B78C-DD524007E6E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7778" y="2460831"/>
            <a:ext cx="515257" cy="515257"/>
          </a:xfrm>
          <a:prstGeom prst="rect">
            <a:avLst/>
          </a:prstGeom>
        </p:spPr>
      </p:pic>
      <p:pic>
        <p:nvPicPr>
          <p:cNvPr id="31" name="Graphic 30" descr="Processor outline">
            <a:extLst>
              <a:ext uri="{FF2B5EF4-FFF2-40B4-BE49-F238E27FC236}">
                <a16:creationId xmlns:a16="http://schemas.microsoft.com/office/drawing/2014/main" id="{F66D42CB-B6B0-A104-FBC2-AA738306F3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1968" y="3082051"/>
            <a:ext cx="515257" cy="515257"/>
          </a:xfrm>
          <a:prstGeom prst="rect">
            <a:avLst/>
          </a:prstGeom>
        </p:spPr>
      </p:pic>
      <p:pic>
        <p:nvPicPr>
          <p:cNvPr id="32" name="Graphic 31" descr="Processor outline">
            <a:extLst>
              <a:ext uri="{FF2B5EF4-FFF2-40B4-BE49-F238E27FC236}">
                <a16:creationId xmlns:a16="http://schemas.microsoft.com/office/drawing/2014/main" id="{01F4B375-0609-7B7C-FB85-86BC19FA30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89722" y="3657558"/>
            <a:ext cx="515257" cy="515257"/>
          </a:xfrm>
          <a:prstGeom prst="rect">
            <a:avLst/>
          </a:prstGeom>
        </p:spPr>
      </p:pic>
      <p:pic>
        <p:nvPicPr>
          <p:cNvPr id="33" name="Graphic 32" descr="Wi-Fi outline">
            <a:extLst>
              <a:ext uri="{FF2B5EF4-FFF2-40B4-BE49-F238E27FC236}">
                <a16:creationId xmlns:a16="http://schemas.microsoft.com/office/drawing/2014/main" id="{1172BA47-CBB5-5F31-DE17-6E54DC1F0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96579" y="2426275"/>
            <a:ext cx="343951" cy="343951"/>
          </a:xfrm>
          <a:prstGeom prst="rect">
            <a:avLst/>
          </a:prstGeom>
        </p:spPr>
      </p:pic>
      <p:pic>
        <p:nvPicPr>
          <p:cNvPr id="34" name="Graphic 33" descr="Wi-Fi outline">
            <a:extLst>
              <a:ext uri="{FF2B5EF4-FFF2-40B4-BE49-F238E27FC236}">
                <a16:creationId xmlns:a16="http://schemas.microsoft.com/office/drawing/2014/main" id="{E22F45BE-3B62-004F-888E-8EB20A9513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3365" y="2964657"/>
            <a:ext cx="372868" cy="372868"/>
          </a:xfrm>
          <a:prstGeom prst="rect">
            <a:avLst/>
          </a:prstGeom>
        </p:spPr>
      </p:pic>
      <p:pic>
        <p:nvPicPr>
          <p:cNvPr id="35" name="Graphic 34" descr="Wi-Fi outline">
            <a:extLst>
              <a:ext uri="{FF2B5EF4-FFF2-40B4-BE49-F238E27FC236}">
                <a16:creationId xmlns:a16="http://schemas.microsoft.com/office/drawing/2014/main" id="{64EC6703-6520-BDD8-284D-DDD7A80F1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8092" y="3577951"/>
            <a:ext cx="386497" cy="386497"/>
          </a:xfrm>
          <a:prstGeom prst="rect">
            <a:avLst/>
          </a:prstGeom>
        </p:spPr>
      </p:pic>
      <p:sp>
        <p:nvSpPr>
          <p:cNvPr id="36" name="Freeform 35">
            <a:extLst>
              <a:ext uri="{FF2B5EF4-FFF2-40B4-BE49-F238E27FC236}">
                <a16:creationId xmlns:a16="http://schemas.microsoft.com/office/drawing/2014/main" id="{70F32609-B986-42CA-C02A-6C0227C4BFF8}"/>
              </a:ext>
            </a:extLst>
          </p:cNvPr>
          <p:cNvSpPr/>
          <p:nvPr/>
        </p:nvSpPr>
        <p:spPr>
          <a:xfrm>
            <a:off x="5955861" y="2738100"/>
            <a:ext cx="976629" cy="836610"/>
          </a:xfrm>
          <a:custGeom>
            <a:avLst/>
            <a:gdLst>
              <a:gd name="csX0" fmla="*/ 0 w 1727200"/>
              <a:gd name="csY0" fmla="*/ 1407886 h 1407886"/>
              <a:gd name="csX1" fmla="*/ 580572 w 1727200"/>
              <a:gd name="csY1" fmla="*/ 1045029 h 1407886"/>
              <a:gd name="csX2" fmla="*/ 682172 w 1727200"/>
              <a:gd name="csY2" fmla="*/ 348343 h 1407886"/>
              <a:gd name="csX3" fmla="*/ 1727200 w 1727200"/>
              <a:gd name="csY3" fmla="*/ 0 h 14078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27200" h="1407886">
                <a:moveTo>
                  <a:pt x="0" y="1407886"/>
                </a:moveTo>
                <a:cubicBezTo>
                  <a:pt x="233438" y="1314752"/>
                  <a:pt x="466877" y="1221619"/>
                  <a:pt x="580572" y="1045029"/>
                </a:cubicBezTo>
                <a:cubicBezTo>
                  <a:pt x="694267" y="868439"/>
                  <a:pt x="491067" y="522514"/>
                  <a:pt x="682172" y="348343"/>
                </a:cubicBezTo>
                <a:cubicBezTo>
                  <a:pt x="873277" y="174171"/>
                  <a:pt x="1300238" y="87085"/>
                  <a:pt x="1727200" y="0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7" name="Freeform 36">
            <a:extLst>
              <a:ext uri="{FF2B5EF4-FFF2-40B4-BE49-F238E27FC236}">
                <a16:creationId xmlns:a16="http://schemas.microsoft.com/office/drawing/2014/main" id="{937C79E3-1235-9352-14E6-A20E00F4C78E}"/>
              </a:ext>
            </a:extLst>
          </p:cNvPr>
          <p:cNvSpPr/>
          <p:nvPr/>
        </p:nvSpPr>
        <p:spPr>
          <a:xfrm>
            <a:off x="5950238" y="3270705"/>
            <a:ext cx="976629" cy="302147"/>
          </a:xfrm>
          <a:custGeom>
            <a:avLst/>
            <a:gdLst>
              <a:gd name="csX0" fmla="*/ 0 w 1727200"/>
              <a:gd name="csY0" fmla="*/ 1407886 h 1407886"/>
              <a:gd name="csX1" fmla="*/ 580572 w 1727200"/>
              <a:gd name="csY1" fmla="*/ 1045029 h 1407886"/>
              <a:gd name="csX2" fmla="*/ 682172 w 1727200"/>
              <a:gd name="csY2" fmla="*/ 348343 h 1407886"/>
              <a:gd name="csX3" fmla="*/ 1727200 w 1727200"/>
              <a:gd name="csY3" fmla="*/ 0 h 1407886"/>
              <a:gd name="csX0" fmla="*/ 0 w 1727200"/>
              <a:gd name="csY0" fmla="*/ 1407886 h 1407886"/>
              <a:gd name="csX1" fmla="*/ 580572 w 1727200"/>
              <a:gd name="csY1" fmla="*/ 1045029 h 1407886"/>
              <a:gd name="csX2" fmla="*/ 792879 w 1727200"/>
              <a:gd name="csY2" fmla="*/ 563875 h 1407886"/>
              <a:gd name="csX3" fmla="*/ 1727200 w 1727200"/>
              <a:gd name="csY3" fmla="*/ 0 h 1407886"/>
              <a:gd name="csX0" fmla="*/ 0 w 1727200"/>
              <a:gd name="csY0" fmla="*/ 1407886 h 1407886"/>
              <a:gd name="csX1" fmla="*/ 622087 w 1727200"/>
              <a:gd name="csY1" fmla="*/ 1260561 h 1407886"/>
              <a:gd name="csX2" fmla="*/ 792879 w 1727200"/>
              <a:gd name="csY2" fmla="*/ 563875 h 1407886"/>
              <a:gd name="csX3" fmla="*/ 1727200 w 1727200"/>
              <a:gd name="csY3" fmla="*/ 0 h 14078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27200" h="1407886">
                <a:moveTo>
                  <a:pt x="0" y="1407886"/>
                </a:moveTo>
                <a:cubicBezTo>
                  <a:pt x="233438" y="1314752"/>
                  <a:pt x="489940" y="1401230"/>
                  <a:pt x="622087" y="1260561"/>
                </a:cubicBezTo>
                <a:cubicBezTo>
                  <a:pt x="754234" y="1119892"/>
                  <a:pt x="601774" y="738046"/>
                  <a:pt x="792879" y="563875"/>
                </a:cubicBezTo>
                <a:cubicBezTo>
                  <a:pt x="983984" y="389703"/>
                  <a:pt x="1300238" y="87085"/>
                  <a:pt x="1727200" y="0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6508E168-3058-2FED-0D43-BCF31D47A9D0}"/>
              </a:ext>
            </a:extLst>
          </p:cNvPr>
          <p:cNvSpPr/>
          <p:nvPr/>
        </p:nvSpPr>
        <p:spPr>
          <a:xfrm rot="1963564">
            <a:off x="5999053" y="3691166"/>
            <a:ext cx="897878" cy="168964"/>
          </a:xfrm>
          <a:custGeom>
            <a:avLst/>
            <a:gdLst>
              <a:gd name="csX0" fmla="*/ 0 w 1727200"/>
              <a:gd name="csY0" fmla="*/ 1407886 h 1407886"/>
              <a:gd name="csX1" fmla="*/ 580572 w 1727200"/>
              <a:gd name="csY1" fmla="*/ 1045029 h 1407886"/>
              <a:gd name="csX2" fmla="*/ 682172 w 1727200"/>
              <a:gd name="csY2" fmla="*/ 348343 h 1407886"/>
              <a:gd name="csX3" fmla="*/ 1727200 w 1727200"/>
              <a:gd name="csY3" fmla="*/ 0 h 14078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27200" h="1407886">
                <a:moveTo>
                  <a:pt x="0" y="1407886"/>
                </a:moveTo>
                <a:cubicBezTo>
                  <a:pt x="233438" y="1314752"/>
                  <a:pt x="466877" y="1221619"/>
                  <a:pt x="580572" y="1045029"/>
                </a:cubicBezTo>
                <a:cubicBezTo>
                  <a:pt x="694267" y="868439"/>
                  <a:pt x="491067" y="522514"/>
                  <a:pt x="682172" y="348343"/>
                </a:cubicBezTo>
                <a:cubicBezTo>
                  <a:pt x="873277" y="174171"/>
                  <a:pt x="1300238" y="87085"/>
                  <a:pt x="1727200" y="0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E3ABE9-FE57-0ECB-1E92-A306B9EA5B58}"/>
              </a:ext>
            </a:extLst>
          </p:cNvPr>
          <p:cNvSpPr txBox="1"/>
          <p:nvPr/>
        </p:nvSpPr>
        <p:spPr>
          <a:xfrm>
            <a:off x="6739123" y="4569019"/>
            <a:ext cx="12057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chemeClr val="accent1"/>
                </a:solidFill>
              </a:rPr>
              <a:t>MCU 3,4,5, 6…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BC3B2E-D0C9-75B8-21CA-B6124A66397D}"/>
              </a:ext>
            </a:extLst>
          </p:cNvPr>
          <p:cNvSpPr txBox="1"/>
          <p:nvPr/>
        </p:nvSpPr>
        <p:spPr>
          <a:xfrm>
            <a:off x="7361520" y="2463406"/>
            <a:ext cx="5950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Car / </a:t>
            </a:r>
          </a:p>
          <a:p>
            <a:r>
              <a:rPr lang="en-US" sz="1200" dirty="0"/>
              <a:t>Others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3E5B894-E362-6451-5B60-439FEDF4B8EB}"/>
              </a:ext>
            </a:extLst>
          </p:cNvPr>
          <p:cNvSpPr txBox="1"/>
          <p:nvPr/>
        </p:nvSpPr>
        <p:spPr>
          <a:xfrm>
            <a:off x="7410481" y="3115979"/>
            <a:ext cx="7152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Bus</a:t>
            </a:r>
          </a:p>
          <a:p>
            <a:r>
              <a:rPr lang="en-US" sz="1200" dirty="0"/>
              <a:t> / Others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AE03C4D-84E7-7DB4-93FC-2CFDA3686928}"/>
              </a:ext>
            </a:extLst>
          </p:cNvPr>
          <p:cNvSpPr txBox="1"/>
          <p:nvPr/>
        </p:nvSpPr>
        <p:spPr>
          <a:xfrm>
            <a:off x="7404979" y="3682194"/>
            <a:ext cx="676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Truck</a:t>
            </a:r>
          </a:p>
          <a:p>
            <a:r>
              <a:rPr lang="en-US" sz="1200" dirty="0"/>
              <a:t> /Others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30F7702-D299-863C-5796-76D045C6FC60}"/>
              </a:ext>
            </a:extLst>
          </p:cNvPr>
          <p:cNvSpPr txBox="1"/>
          <p:nvPr/>
        </p:nvSpPr>
        <p:spPr>
          <a:xfrm>
            <a:off x="3152528" y="3635347"/>
            <a:ext cx="1648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8 x 8 matrix  POI zones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CD5B507-BAE6-E8BB-4B23-DACF4A9A02DF}"/>
              </a:ext>
            </a:extLst>
          </p:cNvPr>
          <p:cNvSpPr txBox="1"/>
          <p:nvPr/>
        </p:nvSpPr>
        <p:spPr>
          <a:xfrm>
            <a:off x="0" y="5118257"/>
            <a:ext cx="21259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Object detected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Wake up MCU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Wake up MCU 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Return to deep sleep MCU 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5D53C6A-A980-0DB2-55B4-BCE04B181E1D}"/>
              </a:ext>
            </a:extLst>
          </p:cNvPr>
          <p:cNvSpPr txBox="1"/>
          <p:nvPr/>
        </p:nvSpPr>
        <p:spPr>
          <a:xfrm>
            <a:off x="2969808" y="4828142"/>
            <a:ext cx="26741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chemeClr val="accent1"/>
                </a:solidFill>
              </a:rPr>
              <a:t>ToF</a:t>
            </a:r>
            <a:r>
              <a:rPr lang="en-US" sz="1200" dirty="0">
                <a:solidFill>
                  <a:schemeClr val="accent1"/>
                </a:solidFill>
              </a:rPr>
              <a:t> sensor 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Camera takes shot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MCU 2 makes 1</a:t>
            </a:r>
            <a:r>
              <a:rPr lang="en-US" sz="1200" baseline="30000" dirty="0">
                <a:solidFill>
                  <a:schemeClr val="accent1"/>
                </a:solidFill>
              </a:rPr>
              <a:t>st</a:t>
            </a:r>
            <a:r>
              <a:rPr lang="en-US" sz="1200" dirty="0">
                <a:solidFill>
                  <a:schemeClr val="accent1"/>
                </a:solidFill>
              </a:rPr>
              <a:t> classification (Bus)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Wake up MCU 4  (Bus)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Send picture data to MCU 4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Return to deep sleep MCU 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BD747DE-4812-F5AB-6B7D-51A99E154B14}"/>
              </a:ext>
            </a:extLst>
          </p:cNvPr>
          <p:cNvSpPr txBox="1"/>
          <p:nvPr/>
        </p:nvSpPr>
        <p:spPr>
          <a:xfrm>
            <a:off x="5940759" y="4835690"/>
            <a:ext cx="313561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Inference (binary classification) for  final confirmation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If result below 80% , wake up MCU 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Send picture data to MCU 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1"/>
                </a:solidFill>
              </a:rPr>
              <a:t>Inference and output highest score class </a:t>
            </a:r>
          </a:p>
          <a:p>
            <a:r>
              <a:rPr lang="en-US" sz="1200" dirty="0">
                <a:solidFill>
                  <a:schemeClr val="accent1"/>
                </a:solidFill>
              </a:rPr>
              <a:t>     (bus or truck)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accent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74564D-E368-E6F6-BDE9-791F7BAAA4B4}"/>
              </a:ext>
            </a:extLst>
          </p:cNvPr>
          <p:cNvSpPr txBox="1"/>
          <p:nvPr/>
        </p:nvSpPr>
        <p:spPr>
          <a:xfrm>
            <a:off x="6041371" y="4013781"/>
            <a:ext cx="749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/>
              <a:t>WiFi</a:t>
            </a:r>
            <a:r>
              <a:rPr lang="en-US" sz="1200" dirty="0"/>
              <a:t> </a:t>
            </a:r>
          </a:p>
          <a:p>
            <a:r>
              <a:rPr lang="en-US" sz="1200" dirty="0"/>
              <a:t>interrupt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6307356-1963-D441-F10F-6E9A3DF2DD52}"/>
              </a:ext>
            </a:extLst>
          </p:cNvPr>
          <p:cNvCxnSpPr>
            <a:cxnSpLocks/>
          </p:cNvCxnSpPr>
          <p:nvPr/>
        </p:nvCxnSpPr>
        <p:spPr>
          <a:xfrm flipH="1">
            <a:off x="2909351" y="2019185"/>
            <a:ext cx="21406" cy="3930069"/>
          </a:xfrm>
          <a:prstGeom prst="line">
            <a:avLst/>
          </a:prstGeom>
          <a:ln w="190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5B6F39-76E3-D259-4F90-D6D21F1EE207}"/>
              </a:ext>
            </a:extLst>
          </p:cNvPr>
          <p:cNvCxnSpPr>
            <a:cxnSpLocks/>
          </p:cNvCxnSpPr>
          <p:nvPr/>
        </p:nvCxnSpPr>
        <p:spPr>
          <a:xfrm flipH="1">
            <a:off x="5969024" y="2013821"/>
            <a:ext cx="22094" cy="3937303"/>
          </a:xfrm>
          <a:prstGeom prst="line">
            <a:avLst/>
          </a:prstGeom>
          <a:ln w="19050">
            <a:solidFill>
              <a:schemeClr val="accent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Graphic 55" descr="Processor outline">
            <a:extLst>
              <a:ext uri="{FF2B5EF4-FFF2-40B4-BE49-F238E27FC236}">
                <a16:creationId xmlns:a16="http://schemas.microsoft.com/office/drawing/2014/main" id="{BEDB4B91-5034-E6FA-07DB-05AF16E214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2582" y="4166966"/>
            <a:ext cx="515257" cy="515257"/>
          </a:xfrm>
          <a:prstGeom prst="rect">
            <a:avLst/>
          </a:prstGeom>
        </p:spPr>
      </p:pic>
      <p:sp>
        <p:nvSpPr>
          <p:cNvPr id="57" name="Freeform 56">
            <a:extLst>
              <a:ext uri="{FF2B5EF4-FFF2-40B4-BE49-F238E27FC236}">
                <a16:creationId xmlns:a16="http://schemas.microsoft.com/office/drawing/2014/main" id="{B7070F63-9551-3D4A-1F32-E9FACEDD5C11}"/>
              </a:ext>
            </a:extLst>
          </p:cNvPr>
          <p:cNvSpPr/>
          <p:nvPr/>
        </p:nvSpPr>
        <p:spPr>
          <a:xfrm rot="1963564" flipV="1">
            <a:off x="5895116" y="3957169"/>
            <a:ext cx="1131108" cy="106075"/>
          </a:xfrm>
          <a:custGeom>
            <a:avLst/>
            <a:gdLst>
              <a:gd name="csX0" fmla="*/ 0 w 1727200"/>
              <a:gd name="csY0" fmla="*/ 1407886 h 1407886"/>
              <a:gd name="csX1" fmla="*/ 580572 w 1727200"/>
              <a:gd name="csY1" fmla="*/ 1045029 h 1407886"/>
              <a:gd name="csX2" fmla="*/ 682172 w 1727200"/>
              <a:gd name="csY2" fmla="*/ 348343 h 1407886"/>
              <a:gd name="csX3" fmla="*/ 1727200 w 1727200"/>
              <a:gd name="csY3" fmla="*/ 0 h 140788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727200" h="1407886">
                <a:moveTo>
                  <a:pt x="0" y="1407886"/>
                </a:moveTo>
                <a:cubicBezTo>
                  <a:pt x="233438" y="1314752"/>
                  <a:pt x="466877" y="1221619"/>
                  <a:pt x="580572" y="1045029"/>
                </a:cubicBezTo>
                <a:cubicBezTo>
                  <a:pt x="694267" y="868439"/>
                  <a:pt x="491067" y="522514"/>
                  <a:pt x="682172" y="348343"/>
                </a:cubicBezTo>
                <a:cubicBezTo>
                  <a:pt x="873277" y="174171"/>
                  <a:pt x="1300238" y="87085"/>
                  <a:pt x="1727200" y="0"/>
                </a:cubicBezTo>
              </a:path>
            </a:pathLst>
          </a:custGeom>
          <a:noFill/>
          <a:ln w="19050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58" name="Graphic 57" descr="Wi-Fi outline">
            <a:extLst>
              <a:ext uri="{FF2B5EF4-FFF2-40B4-BE49-F238E27FC236}">
                <a16:creationId xmlns:a16="http://schemas.microsoft.com/office/drawing/2014/main" id="{C6542D58-1CD8-673E-2331-41DA3E6198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5993" y="4007139"/>
            <a:ext cx="386497" cy="38649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D92C2A7B-6691-A170-5140-DF48E5533566}"/>
              </a:ext>
            </a:extLst>
          </p:cNvPr>
          <p:cNvSpPr txBox="1"/>
          <p:nvPr/>
        </p:nvSpPr>
        <p:spPr>
          <a:xfrm>
            <a:off x="7406235" y="4189527"/>
            <a:ext cx="6767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Bicycle</a:t>
            </a:r>
          </a:p>
          <a:p>
            <a:r>
              <a:rPr lang="en-US" sz="1200" dirty="0"/>
              <a:t> /Others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0DA638A-6616-3060-AE80-6E4A99987862}"/>
              </a:ext>
            </a:extLst>
          </p:cNvPr>
          <p:cNvSpPr txBox="1"/>
          <p:nvPr/>
        </p:nvSpPr>
        <p:spPr>
          <a:xfrm>
            <a:off x="231666" y="1009967"/>
            <a:ext cx="8185254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In order to achieve production level classification &amp; energy capability, we would like to propose a hybrid </a:t>
            </a:r>
          </a:p>
          <a:p>
            <a:r>
              <a:rPr lang="en-US" sz="1100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deterministic and AI solution in multiple stages. Below system is composed of PIR sensor to wake up all system </a:t>
            </a:r>
          </a:p>
          <a:p>
            <a:r>
              <a:rPr lang="en-US" sz="1100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from deep sleep state when an object detected, multi-zone </a:t>
            </a:r>
            <a:r>
              <a:rPr lang="en-US" sz="1100" dirty="0" err="1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ToF</a:t>
            </a:r>
            <a:r>
              <a:rPr lang="en-US" sz="1100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 (Time of Flight) sensor for initial deterministic </a:t>
            </a:r>
          </a:p>
          <a:p>
            <a:r>
              <a:rPr lang="en-US" sz="1100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Classification and finally camera sensor and multi-MCUs for binary AI classification; given the fact that binary AI </a:t>
            </a:r>
          </a:p>
          <a:p>
            <a:r>
              <a:rPr lang="en-US" sz="1100" dirty="0">
                <a:solidFill>
                  <a:srgbClr val="0033A0"/>
                </a:solidFill>
                <a:latin typeface="Verdana" charset="0"/>
                <a:ea typeface="Verdana" charset="0"/>
                <a:cs typeface="Verdana" charset="0"/>
              </a:rPr>
              <a:t>classification gave the highest score during tests.</a:t>
            </a:r>
          </a:p>
        </p:txBody>
      </p:sp>
    </p:spTree>
    <p:extLst>
      <p:ext uri="{BB962C8B-B14F-4D97-AF65-F5344CB8AC3E}">
        <p14:creationId xmlns:p14="http://schemas.microsoft.com/office/powerpoint/2010/main" val="462518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05FD1-880E-AB6B-E9B1-0551EB1195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F9433E7-EFF2-B283-60FC-C5795B4E3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380" y="540035"/>
            <a:ext cx="4658974" cy="264876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80195DC-F036-73E1-BF0C-0943F8A2F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330" y="167300"/>
            <a:ext cx="5133072" cy="270065"/>
          </a:xfrm>
        </p:spPr>
        <p:txBody>
          <a:bodyPr/>
          <a:lstStyle/>
          <a:p>
            <a:r>
              <a:rPr lang="en-US" dirty="0"/>
              <a:t>Software and Engineering for Embedded System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BD1610-43F3-9010-797F-2AC858BA59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80" y="2171966"/>
            <a:ext cx="2283663" cy="2488169"/>
          </a:xfrm>
          <a:prstGeom prst="rect">
            <a:avLst/>
          </a:prstGeom>
        </p:spPr>
      </p:pic>
      <p:pic>
        <p:nvPicPr>
          <p:cNvPr id="8" name="Graphic 7" descr="Forest scene outline">
            <a:extLst>
              <a:ext uri="{FF2B5EF4-FFF2-40B4-BE49-F238E27FC236}">
                <a16:creationId xmlns:a16="http://schemas.microsoft.com/office/drawing/2014/main" id="{BA526113-E255-AFFB-2A52-43CA792E8B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16733" y="1630904"/>
            <a:ext cx="1938386" cy="1938386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6331C43-5246-EC73-5907-6929CD02F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749927"/>
              </p:ext>
            </p:extLst>
          </p:nvPr>
        </p:nvGraphicFramePr>
        <p:xfrm>
          <a:off x="4650256" y="1371249"/>
          <a:ext cx="301933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417">
                  <a:extLst>
                    <a:ext uri="{9D8B030D-6E8A-4147-A177-3AD203B41FA5}">
                      <a16:colId xmlns:a16="http://schemas.microsoft.com/office/drawing/2014/main" val="3605936441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641924120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4075740864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291334693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331182246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2159239301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2227657097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3427119793"/>
                    </a:ext>
                  </a:extLst>
                </a:gridCol>
              </a:tblGrid>
              <a:tr h="23992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491633"/>
                  </a:ext>
                </a:extLst>
              </a:tr>
              <a:tr h="23992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55144"/>
                  </a:ext>
                </a:extLst>
              </a:tr>
              <a:tr h="23992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02932"/>
                  </a:ext>
                </a:extLst>
              </a:tr>
              <a:tr h="23992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668568"/>
                  </a:ext>
                </a:extLst>
              </a:tr>
              <a:tr h="23992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15090"/>
                  </a:ext>
                </a:extLst>
              </a:tr>
              <a:tr h="23992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265794"/>
                  </a:ext>
                </a:extLst>
              </a:tr>
              <a:tr h="23992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007549"/>
                  </a:ext>
                </a:extLst>
              </a:tr>
              <a:tr h="239929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592332"/>
                  </a:ext>
                </a:extLst>
              </a:tr>
            </a:tbl>
          </a:graphicData>
        </a:graphic>
      </p:graphicFrame>
      <p:sp>
        <p:nvSpPr>
          <p:cNvPr id="10" name="Freeform 9">
            <a:extLst>
              <a:ext uri="{FF2B5EF4-FFF2-40B4-BE49-F238E27FC236}">
                <a16:creationId xmlns:a16="http://schemas.microsoft.com/office/drawing/2014/main" id="{39263E43-8398-F193-13AD-297A7BF9A5B2}"/>
              </a:ext>
            </a:extLst>
          </p:cNvPr>
          <p:cNvSpPr/>
          <p:nvPr/>
        </p:nvSpPr>
        <p:spPr>
          <a:xfrm>
            <a:off x="5105133" y="4432647"/>
            <a:ext cx="1845141" cy="1445655"/>
          </a:xfrm>
          <a:custGeom>
            <a:avLst/>
            <a:gdLst>
              <a:gd name="csX0" fmla="*/ 588864 w 645852"/>
              <a:gd name="csY0" fmla="*/ 275437 h 531878"/>
              <a:gd name="csX1" fmla="*/ 569862 w 645852"/>
              <a:gd name="csY1" fmla="*/ 294430 h 531878"/>
              <a:gd name="csX2" fmla="*/ 512883 w 645852"/>
              <a:gd name="csY2" fmla="*/ 294430 h 531878"/>
              <a:gd name="csX3" fmla="*/ 493833 w 645852"/>
              <a:gd name="csY3" fmla="*/ 275437 h 531878"/>
              <a:gd name="csX4" fmla="*/ 493833 w 645852"/>
              <a:gd name="csY4" fmla="*/ 256445 h 531878"/>
              <a:gd name="csX5" fmla="*/ 512883 w 645852"/>
              <a:gd name="csY5" fmla="*/ 237452 h 531878"/>
              <a:gd name="csX6" fmla="*/ 569862 w 645852"/>
              <a:gd name="csY6" fmla="*/ 237452 h 531878"/>
              <a:gd name="csX7" fmla="*/ 588864 w 645852"/>
              <a:gd name="csY7" fmla="*/ 256445 h 531878"/>
              <a:gd name="csX8" fmla="*/ 588864 w 645852"/>
              <a:gd name="csY8" fmla="*/ 275437 h 531878"/>
              <a:gd name="csX9" fmla="*/ 97831 w 645852"/>
              <a:gd name="csY9" fmla="*/ 180464 h 531878"/>
              <a:gd name="csX10" fmla="*/ 152914 w 645852"/>
              <a:gd name="csY10" fmla="*/ 49390 h 531878"/>
              <a:gd name="csX11" fmla="*/ 170059 w 645852"/>
              <a:gd name="csY11" fmla="*/ 37960 h 531878"/>
              <a:gd name="csX12" fmla="*/ 473935 w 645852"/>
              <a:gd name="csY12" fmla="*/ 37960 h 531878"/>
              <a:gd name="csX13" fmla="*/ 491080 w 645852"/>
              <a:gd name="csY13" fmla="*/ 49390 h 531878"/>
              <a:gd name="csX14" fmla="*/ 548069 w 645852"/>
              <a:gd name="csY14" fmla="*/ 180464 h 531878"/>
              <a:gd name="csX15" fmla="*/ 151962 w 645852"/>
              <a:gd name="csY15" fmla="*/ 275437 h 531878"/>
              <a:gd name="csX16" fmla="*/ 132969 w 645852"/>
              <a:gd name="csY16" fmla="*/ 294430 h 531878"/>
              <a:gd name="csX17" fmla="*/ 75981 w 645852"/>
              <a:gd name="csY17" fmla="*/ 294430 h 531878"/>
              <a:gd name="csX18" fmla="*/ 56988 w 645852"/>
              <a:gd name="csY18" fmla="*/ 275437 h 531878"/>
              <a:gd name="csX19" fmla="*/ 56988 w 645852"/>
              <a:gd name="csY19" fmla="*/ 256445 h 531878"/>
              <a:gd name="csX20" fmla="*/ 75981 w 645852"/>
              <a:gd name="csY20" fmla="*/ 237452 h 531878"/>
              <a:gd name="csX21" fmla="*/ 132969 w 645852"/>
              <a:gd name="csY21" fmla="*/ 237452 h 531878"/>
              <a:gd name="csX22" fmla="*/ 151962 w 645852"/>
              <a:gd name="csY22" fmla="*/ 256445 h 531878"/>
              <a:gd name="csX23" fmla="*/ 151962 w 645852"/>
              <a:gd name="csY23" fmla="*/ 275437 h 531878"/>
              <a:gd name="csX24" fmla="*/ 171012 w 645852"/>
              <a:gd name="csY24" fmla="*/ 3 h 531878"/>
              <a:gd name="csX25" fmla="*/ 118767 w 645852"/>
              <a:gd name="csY25" fmla="*/ 35150 h 531878"/>
              <a:gd name="csX26" fmla="*/ 56988 w 645852"/>
              <a:gd name="csY26" fmla="*/ 180464 h 531878"/>
              <a:gd name="csX27" fmla="*/ 0 w 645852"/>
              <a:gd name="csY27" fmla="*/ 237452 h 531878"/>
              <a:gd name="csX28" fmla="*/ 0 w 645852"/>
              <a:gd name="csY28" fmla="*/ 389414 h 531878"/>
              <a:gd name="csX29" fmla="*/ 37995 w 645852"/>
              <a:gd name="csY29" fmla="*/ 427399 h 531878"/>
              <a:gd name="csX30" fmla="*/ 56988 w 645852"/>
              <a:gd name="csY30" fmla="*/ 427399 h 531878"/>
              <a:gd name="csX31" fmla="*/ 56988 w 645852"/>
              <a:gd name="csY31" fmla="*/ 493884 h 531878"/>
              <a:gd name="csX32" fmla="*/ 94974 w 645852"/>
              <a:gd name="csY32" fmla="*/ 531879 h 531878"/>
              <a:gd name="csX33" fmla="*/ 114024 w 645852"/>
              <a:gd name="csY33" fmla="*/ 531879 h 531878"/>
              <a:gd name="csX34" fmla="*/ 152009 w 645852"/>
              <a:gd name="csY34" fmla="*/ 493884 h 531878"/>
              <a:gd name="csX35" fmla="*/ 152009 w 645852"/>
              <a:gd name="csY35" fmla="*/ 427399 h 531878"/>
              <a:gd name="csX36" fmla="*/ 493957 w 645852"/>
              <a:gd name="csY36" fmla="*/ 427399 h 531878"/>
              <a:gd name="csX37" fmla="*/ 493957 w 645852"/>
              <a:gd name="csY37" fmla="*/ 493884 h 531878"/>
              <a:gd name="csX38" fmla="*/ 531876 w 645852"/>
              <a:gd name="csY38" fmla="*/ 531879 h 531878"/>
              <a:gd name="csX39" fmla="*/ 550869 w 645852"/>
              <a:gd name="csY39" fmla="*/ 531879 h 531878"/>
              <a:gd name="csX40" fmla="*/ 588864 w 645852"/>
              <a:gd name="csY40" fmla="*/ 493884 h 531878"/>
              <a:gd name="csX41" fmla="*/ 588864 w 645852"/>
              <a:gd name="csY41" fmla="*/ 427399 h 531878"/>
              <a:gd name="csX42" fmla="*/ 607857 w 645852"/>
              <a:gd name="csY42" fmla="*/ 427399 h 531878"/>
              <a:gd name="csX43" fmla="*/ 645852 w 645852"/>
              <a:gd name="csY43" fmla="*/ 389414 h 531878"/>
              <a:gd name="csX44" fmla="*/ 645852 w 645852"/>
              <a:gd name="csY44" fmla="*/ 237452 h 531878"/>
              <a:gd name="csX45" fmla="*/ 588864 w 645852"/>
              <a:gd name="csY45" fmla="*/ 180464 h 531878"/>
              <a:gd name="csX46" fmla="*/ 588864 w 645852"/>
              <a:gd name="csY46" fmla="*/ 180464 h 531878"/>
              <a:gd name="csX47" fmla="*/ 527123 w 645852"/>
              <a:gd name="csY47" fmla="*/ 35150 h 531878"/>
              <a:gd name="csX48" fmla="*/ 474888 w 645852"/>
              <a:gd name="csY48" fmla="*/ 3 h 53187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</a:cxnLst>
            <a:rect l="l" t="t" r="r" b="b"/>
            <a:pathLst>
              <a:path w="645852" h="531878">
                <a:moveTo>
                  <a:pt x="588864" y="275437"/>
                </a:moveTo>
                <a:cubicBezTo>
                  <a:pt x="588833" y="285918"/>
                  <a:pt x="580342" y="294405"/>
                  <a:pt x="569862" y="294430"/>
                </a:cubicBezTo>
                <a:lnTo>
                  <a:pt x="512883" y="294430"/>
                </a:lnTo>
                <a:cubicBezTo>
                  <a:pt x="502385" y="294430"/>
                  <a:pt x="493865" y="285936"/>
                  <a:pt x="493833" y="275437"/>
                </a:cubicBezTo>
                <a:lnTo>
                  <a:pt x="493833" y="256445"/>
                </a:lnTo>
                <a:cubicBezTo>
                  <a:pt x="493865" y="245946"/>
                  <a:pt x="502385" y="237452"/>
                  <a:pt x="512883" y="237452"/>
                </a:cubicBezTo>
                <a:lnTo>
                  <a:pt x="569862" y="237452"/>
                </a:lnTo>
                <a:cubicBezTo>
                  <a:pt x="580342" y="237477"/>
                  <a:pt x="588833" y="245964"/>
                  <a:pt x="588864" y="256445"/>
                </a:cubicBezTo>
                <a:lnTo>
                  <a:pt x="588864" y="275437"/>
                </a:lnTo>
                <a:close/>
                <a:moveTo>
                  <a:pt x="97831" y="180464"/>
                </a:moveTo>
                <a:lnTo>
                  <a:pt x="152914" y="49390"/>
                </a:lnTo>
                <a:cubicBezTo>
                  <a:pt x="155837" y="42501"/>
                  <a:pt x="162576" y="38008"/>
                  <a:pt x="170059" y="37960"/>
                </a:cubicBezTo>
                <a:lnTo>
                  <a:pt x="473935" y="37960"/>
                </a:lnTo>
                <a:cubicBezTo>
                  <a:pt x="481419" y="38008"/>
                  <a:pt x="488158" y="42501"/>
                  <a:pt x="491080" y="49390"/>
                </a:cubicBezTo>
                <a:lnTo>
                  <a:pt x="548069" y="180464"/>
                </a:lnTo>
                <a:close/>
                <a:moveTo>
                  <a:pt x="151962" y="275437"/>
                </a:moveTo>
                <a:cubicBezTo>
                  <a:pt x="151930" y="285914"/>
                  <a:pt x="143446" y="294399"/>
                  <a:pt x="132969" y="294430"/>
                </a:cubicBezTo>
                <a:lnTo>
                  <a:pt x="75981" y="294430"/>
                </a:lnTo>
                <a:cubicBezTo>
                  <a:pt x="65504" y="294399"/>
                  <a:pt x="57020" y="285914"/>
                  <a:pt x="56988" y="275437"/>
                </a:cubicBezTo>
                <a:lnTo>
                  <a:pt x="56988" y="256445"/>
                </a:lnTo>
                <a:cubicBezTo>
                  <a:pt x="57020" y="245968"/>
                  <a:pt x="65504" y="237483"/>
                  <a:pt x="75981" y="237452"/>
                </a:cubicBezTo>
                <a:lnTo>
                  <a:pt x="132969" y="237452"/>
                </a:lnTo>
                <a:cubicBezTo>
                  <a:pt x="143446" y="237483"/>
                  <a:pt x="151930" y="245968"/>
                  <a:pt x="151962" y="256445"/>
                </a:cubicBezTo>
                <a:lnTo>
                  <a:pt x="151962" y="275437"/>
                </a:lnTo>
                <a:close/>
                <a:moveTo>
                  <a:pt x="171012" y="3"/>
                </a:moveTo>
                <a:cubicBezTo>
                  <a:pt x="147999" y="-233"/>
                  <a:pt x="127222" y="13745"/>
                  <a:pt x="118767" y="35150"/>
                </a:cubicBezTo>
                <a:lnTo>
                  <a:pt x="56988" y="180464"/>
                </a:lnTo>
                <a:cubicBezTo>
                  <a:pt x="25552" y="180552"/>
                  <a:pt x="89" y="206015"/>
                  <a:pt x="0" y="237452"/>
                </a:cubicBezTo>
                <a:lnTo>
                  <a:pt x="0" y="389414"/>
                </a:lnTo>
                <a:cubicBezTo>
                  <a:pt x="63" y="410370"/>
                  <a:pt x="17038" y="427342"/>
                  <a:pt x="37995" y="427399"/>
                </a:cubicBezTo>
                <a:lnTo>
                  <a:pt x="56988" y="427399"/>
                </a:lnTo>
                <a:lnTo>
                  <a:pt x="56988" y="493884"/>
                </a:lnTo>
                <a:cubicBezTo>
                  <a:pt x="57045" y="514841"/>
                  <a:pt x="74017" y="531816"/>
                  <a:pt x="94974" y="531879"/>
                </a:cubicBezTo>
                <a:lnTo>
                  <a:pt x="114024" y="531879"/>
                </a:lnTo>
                <a:cubicBezTo>
                  <a:pt x="134981" y="531816"/>
                  <a:pt x="151952" y="514841"/>
                  <a:pt x="152009" y="493884"/>
                </a:cubicBezTo>
                <a:lnTo>
                  <a:pt x="152009" y="427399"/>
                </a:lnTo>
                <a:lnTo>
                  <a:pt x="493957" y="427399"/>
                </a:lnTo>
                <a:lnTo>
                  <a:pt x="493957" y="493884"/>
                </a:lnTo>
                <a:cubicBezTo>
                  <a:pt x="494014" y="514815"/>
                  <a:pt x="510946" y="531780"/>
                  <a:pt x="531876" y="531879"/>
                </a:cubicBezTo>
                <a:lnTo>
                  <a:pt x="550869" y="531879"/>
                </a:lnTo>
                <a:cubicBezTo>
                  <a:pt x="571830" y="531822"/>
                  <a:pt x="588807" y="514844"/>
                  <a:pt x="588864" y="493884"/>
                </a:cubicBezTo>
                <a:lnTo>
                  <a:pt x="588864" y="427399"/>
                </a:lnTo>
                <a:lnTo>
                  <a:pt x="607857" y="427399"/>
                </a:lnTo>
                <a:cubicBezTo>
                  <a:pt x="628814" y="427342"/>
                  <a:pt x="645789" y="410370"/>
                  <a:pt x="645852" y="389414"/>
                </a:cubicBezTo>
                <a:lnTo>
                  <a:pt x="645852" y="237452"/>
                </a:lnTo>
                <a:cubicBezTo>
                  <a:pt x="645764" y="206015"/>
                  <a:pt x="620300" y="180552"/>
                  <a:pt x="588864" y="180464"/>
                </a:cubicBezTo>
                <a:lnTo>
                  <a:pt x="588864" y="180464"/>
                </a:lnTo>
                <a:lnTo>
                  <a:pt x="527123" y="35150"/>
                </a:lnTo>
                <a:cubicBezTo>
                  <a:pt x="518672" y="13746"/>
                  <a:pt x="497899" y="-231"/>
                  <a:pt x="474888" y="3"/>
                </a:cubicBez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 sz="1600"/>
          </a:p>
        </p:txBody>
      </p:sp>
      <p:pic>
        <p:nvPicPr>
          <p:cNvPr id="11" name="Graphic 10" descr="Forest scene outline">
            <a:extLst>
              <a:ext uri="{FF2B5EF4-FFF2-40B4-BE49-F238E27FC236}">
                <a16:creationId xmlns:a16="http://schemas.microsoft.com/office/drawing/2014/main" id="{2E0CE4E8-57DA-849C-00AA-5A85262E47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53002" y="4074557"/>
            <a:ext cx="1938386" cy="1938386"/>
          </a:xfrm>
          <a:prstGeom prst="rect">
            <a:avLst/>
          </a:prstGeom>
        </p:spPr>
      </p:pic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BE6E0BDE-FFB0-D464-6B0B-7F746F644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907287"/>
              </p:ext>
            </p:extLst>
          </p:nvPr>
        </p:nvGraphicFramePr>
        <p:xfrm>
          <a:off x="4635617" y="3666358"/>
          <a:ext cx="3019336" cy="2211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417">
                  <a:extLst>
                    <a:ext uri="{9D8B030D-6E8A-4147-A177-3AD203B41FA5}">
                      <a16:colId xmlns:a16="http://schemas.microsoft.com/office/drawing/2014/main" val="3605936441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641924120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4075740864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291334693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331182246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2159239301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2227657097"/>
                    </a:ext>
                  </a:extLst>
                </a:gridCol>
                <a:gridCol w="377417">
                  <a:extLst>
                    <a:ext uri="{9D8B030D-6E8A-4147-A177-3AD203B41FA5}">
                      <a16:colId xmlns:a16="http://schemas.microsoft.com/office/drawing/2014/main" val="3427119793"/>
                    </a:ext>
                  </a:extLst>
                </a:gridCol>
              </a:tblGrid>
              <a:tr h="23222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4491633"/>
                  </a:ext>
                </a:extLst>
              </a:tr>
              <a:tr h="23222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755144"/>
                  </a:ext>
                </a:extLst>
              </a:tr>
              <a:tr h="23222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502932"/>
                  </a:ext>
                </a:extLst>
              </a:tr>
              <a:tr h="23222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668568"/>
                  </a:ext>
                </a:extLst>
              </a:tr>
              <a:tr h="23222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215090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2.9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2.9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2.9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3265794"/>
                  </a:ext>
                </a:extLst>
              </a:tr>
              <a:tr h="328732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2.9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2.9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2.9</a:t>
                      </a:r>
                      <a:endParaRPr kumimoji="0" lang="en-US" sz="11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Aptos" panose="02110004020202020204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Aptos" panose="02110004020202020204"/>
                          <a:ea typeface="+mn-ea"/>
                          <a:cs typeface="+mn-cs"/>
                        </a:rPr>
                        <a:t>2.9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007549"/>
                  </a:ext>
                </a:extLst>
              </a:tr>
              <a:tr h="232223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rgbClr val="FF0000"/>
                          </a:solidFill>
                        </a:rPr>
                        <a:t>0.1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592332"/>
                  </a:ext>
                </a:extLst>
              </a:tr>
            </a:tbl>
          </a:graphicData>
        </a:graphic>
      </p:graphicFrame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CB96295-509C-D73F-33F3-F505B65AFE5F}"/>
              </a:ext>
            </a:extLst>
          </p:cNvPr>
          <p:cNvCxnSpPr>
            <a:cxnSpLocks/>
          </p:cNvCxnSpPr>
          <p:nvPr/>
        </p:nvCxnSpPr>
        <p:spPr>
          <a:xfrm flipH="1">
            <a:off x="5058057" y="5241608"/>
            <a:ext cx="1892217" cy="0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D8D6E94-F7F0-40E5-AD92-5EF694284BFF}"/>
              </a:ext>
            </a:extLst>
          </p:cNvPr>
          <p:cNvSpPr txBox="1"/>
          <p:nvPr/>
        </p:nvSpPr>
        <p:spPr>
          <a:xfrm>
            <a:off x="3222696" y="4278758"/>
            <a:ext cx="13067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Speed : 50 </a:t>
            </a:r>
            <a:r>
              <a:rPr lang="en-US" sz="1400" dirty="0" err="1"/>
              <a:t>kmh</a:t>
            </a:r>
            <a:endParaRPr lang="en-US" sz="1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3C6F39-6A56-F1BF-CA5C-3090115F475C}"/>
              </a:ext>
            </a:extLst>
          </p:cNvPr>
          <p:cNvSpPr txBox="1"/>
          <p:nvPr/>
        </p:nvSpPr>
        <p:spPr>
          <a:xfrm>
            <a:off x="3305306" y="1877184"/>
            <a:ext cx="1172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ym typeface="Wingdings" pitchFamily="2" charset="2"/>
              </a:rPr>
              <a:t>Usual scene</a:t>
            </a:r>
            <a:endParaRPr lang="en-US" sz="16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DF06C96-975E-8812-871F-0F61B771ABC2}"/>
              </a:ext>
            </a:extLst>
          </p:cNvPr>
          <p:cNvCxnSpPr>
            <a:cxnSpLocks/>
          </p:cNvCxnSpPr>
          <p:nvPr/>
        </p:nvCxnSpPr>
        <p:spPr>
          <a:xfrm>
            <a:off x="6104822" y="4409908"/>
            <a:ext cx="0" cy="1468394"/>
          </a:xfrm>
          <a:prstGeom prst="straightConnector1">
            <a:avLst/>
          </a:prstGeom>
          <a:ln w="38100">
            <a:solidFill>
              <a:schemeClr val="accent6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9847665F-DF6C-9160-E379-482B25161AC7}"/>
              </a:ext>
            </a:extLst>
          </p:cNvPr>
          <p:cNvSpPr txBox="1"/>
          <p:nvPr/>
        </p:nvSpPr>
        <p:spPr>
          <a:xfrm>
            <a:off x="2791544" y="4633922"/>
            <a:ext cx="17604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Speed : 1.5 m x 2.5 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C9E8D2-9B1B-D187-431B-05A6584D45DE}"/>
              </a:ext>
            </a:extLst>
          </p:cNvPr>
          <p:cNvSpPr txBox="1"/>
          <p:nvPr/>
        </p:nvSpPr>
        <p:spPr>
          <a:xfrm>
            <a:off x="3723958" y="4950292"/>
            <a:ext cx="7328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600" dirty="0">
                <a:sym typeface="Wingdings" pitchFamily="2" charset="2"/>
              </a:rPr>
              <a:t> Car</a:t>
            </a:r>
            <a:endParaRPr lang="en-US" sz="1600" dirty="0"/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C5621DE8-4377-3450-70FE-9B8E33B054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1330" y="901812"/>
            <a:ext cx="7370262" cy="311465"/>
          </a:xfrm>
        </p:spPr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b="1" dirty="0"/>
              <a:t>How to use </a:t>
            </a:r>
            <a:r>
              <a:rPr lang="en-US" b="1" dirty="0" err="1"/>
              <a:t>ToF</a:t>
            </a:r>
            <a:r>
              <a:rPr lang="en-US" b="1" dirty="0"/>
              <a:t> sensor for deterministic classification?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BD808F-F6AE-C484-4518-E983C8675329}"/>
              </a:ext>
            </a:extLst>
          </p:cNvPr>
          <p:cNvSpPr txBox="1"/>
          <p:nvPr/>
        </p:nvSpPr>
        <p:spPr>
          <a:xfrm>
            <a:off x="667530" y="2912666"/>
            <a:ext cx="13227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dirty="0"/>
              <a:t>Range 4 – 10 m</a:t>
            </a:r>
          </a:p>
        </p:txBody>
      </p:sp>
    </p:spTree>
    <p:extLst>
      <p:ext uri="{BB962C8B-B14F-4D97-AF65-F5344CB8AC3E}">
        <p14:creationId xmlns:p14="http://schemas.microsoft.com/office/powerpoint/2010/main" val="28514462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9C537-B776-70BE-5DAD-7776FBDA5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8B56E07-D53B-DBB3-81B8-63A9146C53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9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1C101D-A6C9-46E0-CC0A-837B083FA0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626" y="1387982"/>
            <a:ext cx="7370262" cy="3269078"/>
          </a:xfrm>
        </p:spPr>
        <p:txBody>
          <a:bodyPr/>
          <a:lstStyle/>
          <a:p>
            <a:r>
              <a:rPr lang="en-US" b="1" dirty="0"/>
              <a:t>FOMO (Faster Objects, More Objects) </a:t>
            </a:r>
            <a:r>
              <a:rPr lang="en-US" b="1" dirty="0" err="1"/>
              <a:t>MobileNet</a:t>
            </a:r>
            <a:r>
              <a:rPr lang="en-US" b="1" dirty="0"/>
              <a:t> – What it is and Advantages</a:t>
            </a:r>
          </a:p>
          <a:p>
            <a:r>
              <a:rPr lang="en-US" dirty="0"/>
              <a:t>Conventional object detection methods attempt to predict bounding boxes by estimating the precise width and height of each object, a process that imposes considerable computational and memory overhead. FOMO reduces this burden by simplifying assumptions</a:t>
            </a:r>
          </a:p>
          <a:p>
            <a:r>
              <a:rPr lang="en-US" dirty="0"/>
              <a:t>Why it’s preferred for the ESP32-S3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Speed: FOMO is roughly 30x faster than </a:t>
            </a:r>
            <a:r>
              <a:rPr lang="en-US" dirty="0" err="1"/>
              <a:t>MobileNet</a:t>
            </a:r>
            <a:r>
              <a:rPr lang="en-US" dirty="0"/>
              <a:t> SSD. On the ESP32-S3, you can achieve 10–20 frames per second, whereas YOLO might take several seconds per frame.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Memory: It can run in less than 200KB of RAM. Since the ESP32-S3 has 512KB, this leaves plenty of room for your camera buffer and other code logic.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Counting: Because it works on a grid, it is naturally very good at counting many objects (like multiple cars in a parking lot) without needing the complex "Non-Maximum Suppression" math that YOLO requires.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79935C-B40B-21DF-0E48-96CA532C56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8135470" y="491426"/>
            <a:ext cx="1010891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5452929-0687-A2E7-753A-37CC5B16F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6" y="491428"/>
            <a:ext cx="5265797" cy="308671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46AF6FD-0DFC-0B68-0356-FA35D08A8E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96" y="807943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F26CE21-7B12-D5BE-B0AD-E2547B7F8DBF}"/>
              </a:ext>
            </a:extLst>
          </p:cNvPr>
          <p:cNvSpPr txBox="1">
            <a:spLocks/>
          </p:cNvSpPr>
          <p:nvPr/>
        </p:nvSpPr>
        <p:spPr>
          <a:xfrm>
            <a:off x="5923430" y="6373906"/>
            <a:ext cx="2212041" cy="31600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Deniz Dag &amp; Murat Kezlev</a:t>
            </a:r>
          </a:p>
        </p:txBody>
      </p:sp>
    </p:spTree>
    <p:extLst>
      <p:ext uri="{BB962C8B-B14F-4D97-AF65-F5344CB8AC3E}">
        <p14:creationId xmlns:p14="http://schemas.microsoft.com/office/powerpoint/2010/main" val="1320626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D5BDB-4E0D-17CD-CA77-21CFEC668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2C0EAB-9EAE-05CF-5802-AE2DD5A492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28B6C0-809C-4F24-9BB4-2034146B25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626" y="1387982"/>
            <a:ext cx="7370262" cy="2567330"/>
          </a:xfrm>
        </p:spPr>
        <p:txBody>
          <a:bodyPr/>
          <a:lstStyle/>
          <a:p>
            <a:r>
              <a:rPr lang="en-US" b="1" dirty="0"/>
              <a:t>FOMO (Faster Objects, More Objects) </a:t>
            </a:r>
            <a:r>
              <a:rPr lang="en-US" b="1" dirty="0" err="1"/>
              <a:t>MobileNet</a:t>
            </a:r>
            <a:r>
              <a:rPr lang="en-US" b="1" dirty="0"/>
              <a:t> - Drawbacks </a:t>
            </a:r>
          </a:p>
          <a:p>
            <a:r>
              <a:rPr lang="en-US" dirty="0"/>
              <a:t>The advantages are achieved at the cost of several limitations.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No Size Detection: FOMO won't tell if a car is "large" or "small" in the frame. It assumes all objects are roughly the same size as the grid cells.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Minimum Distance: If two objects are so close that their centers fall into the same grid cell, FOMO will only count them as one object.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Square Assumption: FOMO works best when objects are somewhat square or circular. Extremely long, thin objects can sometimes confuse the grid.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EC5D56-8E61-4706-1F84-451128E265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7955828" y="491427"/>
            <a:ext cx="1190534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B9794B7-062A-C48E-0ED4-9B4579C7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6" y="491428"/>
            <a:ext cx="5265797" cy="308671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88616607-8E85-ED1E-2724-EA1736F39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96" y="807943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C5A4FC5-63B5-48CF-7F6B-4DCAA6AE6514}"/>
              </a:ext>
            </a:extLst>
          </p:cNvPr>
          <p:cNvSpPr txBox="1">
            <a:spLocks/>
          </p:cNvSpPr>
          <p:nvPr/>
        </p:nvSpPr>
        <p:spPr>
          <a:xfrm>
            <a:off x="5923430" y="6373906"/>
            <a:ext cx="2212041" cy="31600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Deniz Dag &amp; Murat Kezlev</a:t>
            </a:r>
          </a:p>
        </p:txBody>
      </p:sp>
    </p:spTree>
    <p:extLst>
      <p:ext uri="{BB962C8B-B14F-4D97-AF65-F5344CB8AC3E}">
        <p14:creationId xmlns:p14="http://schemas.microsoft.com/office/powerpoint/2010/main" val="1806895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D29E-73F1-89B3-7598-92559DF11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4F9F7F-9403-F910-4374-1842625A68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11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30332-A1C4-15FC-CC24-688EE99E39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626" y="1387982"/>
            <a:ext cx="7370262" cy="2567330"/>
          </a:xfrm>
        </p:spPr>
        <p:txBody>
          <a:bodyPr/>
          <a:lstStyle/>
          <a:p>
            <a:r>
              <a:rPr lang="en-US" b="1" dirty="0"/>
              <a:t>TensorFlow Lite for Microcontrollers (TFLM)</a:t>
            </a:r>
          </a:p>
          <a:p>
            <a:r>
              <a:rPr lang="en-US" dirty="0"/>
              <a:t>Standard </a:t>
            </a:r>
            <a:r>
              <a:rPr lang="en-US" dirty="0" err="1"/>
              <a:t>TFLite</a:t>
            </a:r>
            <a:r>
              <a:rPr lang="en-US" dirty="0"/>
              <a:t> Micro is an interpreter-based runtime. When ESP32 boots up, </a:t>
            </a:r>
            <a:r>
              <a:rPr lang="en-US" dirty="0" err="1"/>
              <a:t>TFLite</a:t>
            </a:r>
            <a:r>
              <a:rPr lang="en-US" dirty="0"/>
              <a:t> allocates a chunk of RAM (aka the tensor arena), loads the model dynamically from a .</a:t>
            </a:r>
            <a:r>
              <a:rPr lang="en-US" dirty="0" err="1"/>
              <a:t>tflite</a:t>
            </a:r>
            <a:r>
              <a:rPr lang="en-US" dirty="0"/>
              <a:t> </a:t>
            </a:r>
            <a:r>
              <a:rPr lang="en-US" dirty="0" err="1"/>
              <a:t>flatbuffer</a:t>
            </a:r>
            <a:r>
              <a:rPr lang="en-US" dirty="0"/>
              <a:t> file, parses the model graph at runtime, and maps out how to route data through the layers. </a:t>
            </a:r>
          </a:p>
          <a:p>
            <a:r>
              <a:rPr lang="en-US" dirty="0"/>
              <a:t>The interpreter itself takes up valuable Flash space, and the generic graph overhead eats up RAM.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1CB29-4DC4-56EA-CE70-CEB28C9A3C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7955828" y="491427"/>
            <a:ext cx="1190534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BBBBF3-9E66-4952-5FAF-C00BDC3ED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6" y="491428"/>
            <a:ext cx="5265797" cy="308671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9683913-DD32-8272-F2CF-6C5B91535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96" y="807943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9AAA1DF-A8F7-5FCF-4A25-C8FFCBF14D75}"/>
              </a:ext>
            </a:extLst>
          </p:cNvPr>
          <p:cNvSpPr txBox="1">
            <a:spLocks/>
          </p:cNvSpPr>
          <p:nvPr/>
        </p:nvSpPr>
        <p:spPr>
          <a:xfrm>
            <a:off x="5923430" y="6373906"/>
            <a:ext cx="2212041" cy="31600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Deniz Dag &amp; Murat Kezlev</a:t>
            </a:r>
          </a:p>
        </p:txBody>
      </p:sp>
    </p:spTree>
    <p:extLst>
      <p:ext uri="{BB962C8B-B14F-4D97-AF65-F5344CB8AC3E}">
        <p14:creationId xmlns:p14="http://schemas.microsoft.com/office/powerpoint/2010/main" val="334167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11063-0EF8-4CE4-687D-766738F62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C27C88-C81B-B46D-2307-2FF7737E51C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12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0C78E8-26F9-8970-3B95-0A9DF6920D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626" y="1387982"/>
            <a:ext cx="7370262" cy="2567330"/>
          </a:xfrm>
        </p:spPr>
        <p:txBody>
          <a:bodyPr/>
          <a:lstStyle/>
          <a:p>
            <a:r>
              <a:rPr lang="en-US" b="1" dirty="0"/>
              <a:t>TensorFlow Lite for Microcontrollers (TFLM)</a:t>
            </a:r>
          </a:p>
          <a:p>
            <a:r>
              <a:rPr lang="en-US" dirty="0"/>
              <a:t>Standard </a:t>
            </a:r>
            <a:r>
              <a:rPr lang="en-US" dirty="0" err="1"/>
              <a:t>TFLite</a:t>
            </a:r>
            <a:r>
              <a:rPr lang="en-US" dirty="0"/>
              <a:t> Micro is an interpreter-based runtime. When ESP32 boots up, </a:t>
            </a:r>
            <a:r>
              <a:rPr lang="en-US" dirty="0" err="1"/>
              <a:t>TFLite</a:t>
            </a:r>
            <a:r>
              <a:rPr lang="en-US" dirty="0"/>
              <a:t> allocates a chunk of RAM (aka the tensor arena), loads the model dynamically from a .</a:t>
            </a:r>
            <a:r>
              <a:rPr lang="en-US" dirty="0" err="1"/>
              <a:t>tflite</a:t>
            </a:r>
            <a:r>
              <a:rPr lang="en-US" dirty="0"/>
              <a:t> </a:t>
            </a:r>
            <a:r>
              <a:rPr lang="en-US" dirty="0" err="1"/>
              <a:t>flatbuffer</a:t>
            </a:r>
            <a:r>
              <a:rPr lang="en-US" dirty="0"/>
              <a:t> file, parses the model graph at runtime, and maps out how to route data through the layers. </a:t>
            </a:r>
          </a:p>
          <a:p>
            <a:r>
              <a:rPr lang="en-US" dirty="0"/>
              <a:t>The interpreter itself takes up valuable Flash space, and the generic graph overhead eats up RAM. 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CB4-D438-BE8F-9862-B509BD31C2B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7955828" y="491427"/>
            <a:ext cx="1190534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F16697-3DDD-6E83-D7D7-A89CA5BE3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6" y="491428"/>
            <a:ext cx="5265797" cy="308671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A1BB2027-9D2A-E32D-88DE-E2761B236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96" y="807943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245F4F1-FED3-D18F-C233-F92196F2A3E9}"/>
              </a:ext>
            </a:extLst>
          </p:cNvPr>
          <p:cNvSpPr txBox="1">
            <a:spLocks/>
          </p:cNvSpPr>
          <p:nvPr/>
        </p:nvSpPr>
        <p:spPr>
          <a:xfrm>
            <a:off x="5923430" y="6373906"/>
            <a:ext cx="2212041" cy="31600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Deniz Dag &amp; Murat Kezlev</a:t>
            </a:r>
          </a:p>
        </p:txBody>
      </p:sp>
    </p:spTree>
    <p:extLst>
      <p:ext uri="{BB962C8B-B14F-4D97-AF65-F5344CB8AC3E}">
        <p14:creationId xmlns:p14="http://schemas.microsoft.com/office/powerpoint/2010/main" val="148791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3004D-6A59-7100-BB83-57C93FD2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A26EDE6-04FD-CFD3-B9BD-8E68D0DA0E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59D5EB7-C007-4A16-9CAB-DB30F8F386FB}" type="slidenum">
              <a:rPr lang="en-US" altLang="en-US" smtClean="0"/>
              <a:pPr/>
              <a:t>13</a:t>
            </a:fld>
            <a:endParaRPr lang="en-US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8F299-DE87-4CB3-FAE5-DADD6D9189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626" y="1387981"/>
            <a:ext cx="7370262" cy="4403219"/>
          </a:xfrm>
        </p:spPr>
        <p:txBody>
          <a:bodyPr/>
          <a:lstStyle/>
          <a:p>
            <a:r>
              <a:rPr lang="en-US" b="1" dirty="0"/>
              <a:t>Conclusion</a:t>
            </a:r>
          </a:p>
          <a:p>
            <a:r>
              <a:rPr lang="en-US" dirty="0"/>
              <a:t>By combining curated vehicle datasets, Edge Impulse’s FOMO architecture, grayscale preprocessing, and embedded-oriented optimization strategies, the Embedded ML object detection offers</a:t>
            </a:r>
          </a:p>
          <a:p>
            <a:r>
              <a:rPr lang="en-US" b="1" dirty="0"/>
              <a:t>Real-Time Responsiveness </a:t>
            </a:r>
            <a:r>
              <a:rPr lang="en-US" dirty="0"/>
              <a:t>(Ultra-Low Latency) for edge cloud and IoT: Processing happens at the source not at the central cloud</a:t>
            </a:r>
          </a:p>
          <a:p>
            <a:r>
              <a:rPr lang="en-US" b="1" dirty="0"/>
              <a:t>Cost Efficiency</a:t>
            </a:r>
            <a:r>
              <a:rPr lang="en-US" dirty="0"/>
              <a:t>: Battery-powered low cost MCUs reports "Spot Occupied" or "Spot Empty" using local inference, instead of expensive, high-speed cameras wired to a central computer</a:t>
            </a:r>
          </a:p>
          <a:p>
            <a:r>
              <a:rPr lang="en-US" b="1" dirty="0"/>
              <a:t>Privacy and Data Security </a:t>
            </a:r>
            <a:r>
              <a:rPr lang="en-US" dirty="0"/>
              <a:t>: Sensitive information stays on site instead of sending to central cloud. </a:t>
            </a:r>
          </a:p>
          <a:p>
            <a:r>
              <a:rPr lang="en-US" b="1" dirty="0"/>
              <a:t>Extreme Power Longevity: </a:t>
            </a:r>
            <a:r>
              <a:rPr lang="en-US" dirty="0"/>
              <a:t>Many real-world sensors are placed in locations where they cannot be plugged into a wall</a:t>
            </a:r>
          </a:p>
          <a:p>
            <a:r>
              <a:rPr lang="en-US" b="1" dirty="0"/>
              <a:t>Bandwidth Independence </a:t>
            </a:r>
            <a:r>
              <a:rPr lang="en-US" dirty="0"/>
              <a:t>: The device operates fully offline. No need to upload heavy image files to perform its task. A vehicle counter on a remote bridge to monitor structural load, can log traffic data for months and only sync the final "count" once a month via a low-bandwidth connection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4AE7A-B887-905B-0A8A-751854763E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 rot="10800000">
            <a:off x="7955828" y="491427"/>
            <a:ext cx="1190534" cy="575779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1B861DC-EF76-AC56-809E-D9B04E9B3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6" y="491428"/>
            <a:ext cx="5265797" cy="308671"/>
          </a:xfrm>
        </p:spPr>
        <p:txBody>
          <a:bodyPr/>
          <a:lstStyle/>
          <a:p>
            <a:r>
              <a:rPr lang="en-US" dirty="0"/>
              <a:t>EMBEDDED AI: ROAD OBJECT DETECTION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2EE93788-8554-C35B-07FE-68BF479875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096" y="807943"/>
            <a:ext cx="5251694" cy="270065"/>
          </a:xfrm>
        </p:spPr>
        <p:txBody>
          <a:bodyPr/>
          <a:lstStyle/>
          <a:p>
            <a:r>
              <a:rPr lang="en-US" dirty="0"/>
              <a:t>Software and Engineering for Embedded Systems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75B6B95-1DFF-C62B-08BA-0FC08EB27867}"/>
              </a:ext>
            </a:extLst>
          </p:cNvPr>
          <p:cNvSpPr txBox="1">
            <a:spLocks/>
          </p:cNvSpPr>
          <p:nvPr/>
        </p:nvSpPr>
        <p:spPr>
          <a:xfrm>
            <a:off x="5923430" y="6373906"/>
            <a:ext cx="2212041" cy="316007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>
            <a:lvl1pPr marL="0" indent="0" algn="l" defTabSz="685783" rtl="0" eaLnBrk="1" latinLnBrk="0" hangingPunct="1">
              <a:lnSpc>
                <a:spcPct val="95000"/>
              </a:lnSpc>
              <a:spcBef>
                <a:spcPts val="750"/>
              </a:spcBef>
              <a:spcAft>
                <a:spcPts val="750"/>
              </a:spcAft>
              <a:buFont typeface="Arial" charset="0"/>
              <a:buNone/>
              <a:defRPr sz="120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1pPr>
            <a:lvl2pPr marL="201216" indent="-19288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2pPr>
            <a:lvl3pPr marL="503635" indent="-165497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SzPct val="90000"/>
              <a:buFont typeface="LucidaGrande" charset="0"/>
              <a:buChar char="▶︎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3pPr>
            <a:lvl4pPr marL="804863" indent="-164306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rgbClr val="FF5000"/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4pPr>
            <a:lvl5pPr marL="1107281" indent="-173831" algn="l" defTabSz="685783" rtl="0" eaLnBrk="1" latinLnBrk="0" hangingPunct="1">
              <a:lnSpc>
                <a:spcPct val="95000"/>
              </a:lnSpc>
              <a:spcBef>
                <a:spcPts val="375"/>
              </a:spcBef>
              <a:buClr>
                <a:schemeClr val="bg1">
                  <a:lumMod val="50000"/>
                </a:schemeClr>
              </a:buClr>
              <a:buFont typeface="Arial"/>
              <a:buChar char="•"/>
              <a:tabLst/>
              <a:defRPr sz="1050" kern="1200">
                <a:solidFill>
                  <a:schemeClr val="accent1"/>
                </a:solidFill>
                <a:latin typeface="Verdana" charset="0"/>
                <a:ea typeface="Verdana" charset="0"/>
                <a:cs typeface="Verdana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r>
              <a:rPr lang="en-US" dirty="0"/>
              <a:t>Deniz Dag &amp; Murat Kezlev</a:t>
            </a:r>
          </a:p>
        </p:txBody>
      </p:sp>
    </p:spTree>
    <p:extLst>
      <p:ext uri="{BB962C8B-B14F-4D97-AF65-F5344CB8AC3E}">
        <p14:creationId xmlns:p14="http://schemas.microsoft.com/office/powerpoint/2010/main" val="3381980452"/>
      </p:ext>
    </p:extLst>
  </p:cSld>
  <p:clrMapOvr>
    <a:masterClrMapping/>
  </p:clrMapOvr>
</p:sld>
</file>

<file path=ppt/theme/theme1.xml><?xml version="1.0" encoding="utf-8"?>
<a:theme xmlns:a="http://schemas.openxmlformats.org/drawingml/2006/main" name="1 VUB THEME">
  <a:themeElements>
    <a:clrScheme name="VUB 201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339F"/>
      </a:accent1>
      <a:accent2>
        <a:srgbClr val="FF6600"/>
      </a:accent2>
      <a:accent3>
        <a:srgbClr val="E7E6E5"/>
      </a:accent3>
      <a:accent4>
        <a:srgbClr val="4B4B4B"/>
      </a:accent4>
      <a:accent5>
        <a:srgbClr val="577EC1"/>
      </a:accent5>
      <a:accent6>
        <a:srgbClr val="FFAA8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44450">
          <a:solidFill>
            <a:srgbClr val="0033A0"/>
          </a:solidFill>
        </a:ln>
      </a:spPr>
      <a:bodyPr rtlCol="0" anchor="ctr"/>
      <a:lstStyle>
        <a:defPPr algn="ctr">
          <a:defRPr sz="1600" dirty="0" err="1" smtClean="0">
            <a:solidFill>
              <a:srgbClr val="0033A0"/>
            </a:solidFill>
            <a:latin typeface="Verdana" charset="0"/>
            <a:ea typeface="Verdana" charset="0"/>
            <a:cs typeface="Verdana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mtClean="0">
            <a:solidFill>
              <a:srgbClr val="0033A0"/>
            </a:solidFill>
            <a:latin typeface="Verdana" charset="0"/>
            <a:ea typeface="Verdana" charset="0"/>
            <a:cs typeface="Verdana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VUB-tmp2017" id="{10DC50E6-1B59-A244-B26B-E5A459B5CBCA}" vid="{6CBD3AA6-F9C4-3943-A482-D8B422AB87A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d471751-9675-428d-917b-70f44f9630b0}" enabled="0" method="" siteId="{5d471751-9675-428d-917b-70f44f9630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Virtualization</Template>
  <TotalTime>13183</TotalTime>
  <Words>1520</Words>
  <Application>Microsoft Macintosh PowerPoint</Application>
  <PresentationFormat>On-screen Show (4:3)</PresentationFormat>
  <Paragraphs>322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-webkit-standard</vt:lpstr>
      <vt:lpstr>Aptos</vt:lpstr>
      <vt:lpstr>Arial</vt:lpstr>
      <vt:lpstr>Calibri</vt:lpstr>
      <vt:lpstr>LucidaGrande</vt:lpstr>
      <vt:lpstr>Times New Roman</vt:lpstr>
      <vt:lpstr>Verdana</vt:lpstr>
      <vt:lpstr>Wingdings</vt:lpstr>
      <vt:lpstr>1 VUB THEME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  <vt:lpstr>EMBEDDED AI: ROAD OBJECT DETECTION</vt:lpstr>
    </vt:vector>
  </TitlesOfParts>
  <Company>East Texas Data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Security</dc:title>
  <dc:creator>Steve  Armstrong</dc:creator>
  <cp:lastModifiedBy>Deniz Dag</cp:lastModifiedBy>
  <cp:revision>634</cp:revision>
  <dcterms:created xsi:type="dcterms:W3CDTF">2000-11-09T14:47:58Z</dcterms:created>
  <dcterms:modified xsi:type="dcterms:W3CDTF">2026-05-17T18:48:31Z</dcterms:modified>
</cp:coreProperties>
</file>